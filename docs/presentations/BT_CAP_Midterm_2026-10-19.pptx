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bbcc4e7e714761" /><Relationship Type="http://schemas.openxmlformats.org/officeDocument/2006/relationships/extended-properties" Target="/docProps/app.xml" Id="R2f14651a5cab4955" /><Relationship Type="http://schemas.openxmlformats.org/officeDocument/2006/relationships/officeDocument" Target="/ppt/presentation.xml" Id="Re03138274df147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2ede02dff14d2b"/>
  </p:sldMasterIdLst>
  <p:notesMasterIdLst>
    <p:notesMasterId xmlns:r="http://schemas.openxmlformats.org/officeDocument/2006/relationships" r:id="R41dcff62eeed4e56"/>
  </p:notesMasterIdLst>
  <p:sldIdLst>
    <p:sldId xmlns:r="http://schemas.openxmlformats.org/officeDocument/2006/relationships" id="256" r:id="R436e167b386d43d9"/>
    <p:sldId xmlns:r="http://schemas.openxmlformats.org/officeDocument/2006/relationships" id="257" r:id="R8b475a61aa204b20"/>
    <p:sldId xmlns:r="http://schemas.openxmlformats.org/officeDocument/2006/relationships" id="258" r:id="R7cb63d9edc2c473a"/>
    <p:sldId xmlns:r="http://schemas.openxmlformats.org/officeDocument/2006/relationships" id="259" r:id="Ra769585128084a36"/>
    <p:sldId xmlns:r="http://schemas.openxmlformats.org/officeDocument/2006/relationships" id="260" r:id="R89c4bd7ffb544cad"/>
    <p:sldId xmlns:r="http://schemas.openxmlformats.org/officeDocument/2006/relationships" id="261" r:id="R9f3376b7d5514592"/>
    <p:sldId xmlns:r="http://schemas.openxmlformats.org/officeDocument/2006/relationships" id="262" r:id="R72e1435ac2fc41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7a97c446a247a7" /><Relationship Type="http://schemas.openxmlformats.org/officeDocument/2006/relationships/slideMaster" Target="/ppt/slideMasters/slideMaster1.xml" Id="Re02ede02dff14d2b" /><Relationship Type="http://schemas.openxmlformats.org/officeDocument/2006/relationships/notesMaster" Target="/ppt/notesMasters/notesMaster1.xml" Id="R41dcff62eeed4e56" /><Relationship Type="http://schemas.openxmlformats.org/officeDocument/2006/relationships/presProps" Target="/ppt/presProps.xml" Id="R5cede8ddd9b44972" /><Relationship Type="http://schemas.openxmlformats.org/officeDocument/2006/relationships/tableStyles" Target="/ppt/tableStyles.xml" Id="Rdf5605e75cd5416c" /><Relationship Type="http://schemas.openxmlformats.org/officeDocument/2006/relationships/slide" Target="/ppt/slides/slide1.xml" Id="R436e167b386d43d9" /><Relationship Type="http://schemas.openxmlformats.org/officeDocument/2006/relationships/slide" Target="/ppt/slides/slide2.xml" Id="R8b475a61aa204b20" /><Relationship Type="http://schemas.openxmlformats.org/officeDocument/2006/relationships/slide" Target="/ppt/slides/slide3.xml" Id="R7cb63d9edc2c473a" /><Relationship Type="http://schemas.openxmlformats.org/officeDocument/2006/relationships/slide" Target="/ppt/slides/slide4.xml" Id="Ra769585128084a36" /><Relationship Type="http://schemas.openxmlformats.org/officeDocument/2006/relationships/slide" Target="/ppt/slides/slide5.xml" Id="R89c4bd7ffb544cad" /><Relationship Type="http://schemas.openxmlformats.org/officeDocument/2006/relationships/slide" Target="/ppt/slides/slide6.xml" Id="R9f3376b7d5514592" /><Relationship Type="http://schemas.openxmlformats.org/officeDocument/2006/relationships/slide" Target="/ppt/slides/slide7.xml" Id="R72e1435ac2fc41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1edf4c54b54e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6f4f910b904c47" /><Relationship Type="http://schemas.openxmlformats.org/officeDocument/2006/relationships/notesMaster" Target="/ppt/notesMasters/notesMaster1.xml" Id="R8e6fe7e0c96547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c5fb13792d4d9a" /><Relationship Type="http://schemas.openxmlformats.org/officeDocument/2006/relationships/notesMaster" Target="/ppt/notesMasters/notesMaster1.xml" Id="R85f5e79036ec4a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25cf8511eb4092" /><Relationship Type="http://schemas.openxmlformats.org/officeDocument/2006/relationships/notesMaster" Target="/ppt/notesMasters/notesMaster1.xml" Id="Re6426bfab17447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f462a0c4eb433b" /><Relationship Type="http://schemas.openxmlformats.org/officeDocument/2006/relationships/notesMaster" Target="/ppt/notesMasters/notesMaster1.xml" Id="Reaa165ba6f2b43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461013681944c7" /><Relationship Type="http://schemas.openxmlformats.org/officeDocument/2006/relationships/notesMaster" Target="/ppt/notesMasters/notesMaster1.xml" Id="Rec44f136876a46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b94512e4954b3b" /><Relationship Type="http://schemas.openxmlformats.org/officeDocument/2006/relationships/notesMaster" Target="/ppt/notesMasters/notesMaster1.xml" Id="R68e1ff0bd8e140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3a30c3ce4f4df4" /><Relationship Type="http://schemas.openxmlformats.org/officeDocument/2006/relationships/notesMaster" Target="/ppt/notesMasters/notesMaster1.xml" Id="Rb23b546cb1c246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project goal: convert large single-cell tables into traceable evidence and ranked validation candidates.</a:t>
            </a:r>
          </a:p>
          <a:p xmlns:a="http://schemas.openxmlformats.org/drawingml/2006/main">
            <a:r>
              <a:t>The new contribution this week is the portal integration. It does not retrain the models; it exposes the already verified agent and ranker through one user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right: single-cell data and public gene lists feed derived tables and scETM features.</a:t>
            </a:r>
          </a:p>
          <a:p xmlns:a="http://schemas.openxmlformats.org/drawingml/2006/main">
            <a:r>
              <a:t>The upper lane answers questions with explicit table tools. The lower lane ranks genes with held-out LightGBM scores.</a:t>
            </a:r>
          </a:p>
          <a:p xmlns:a="http://schemas.openxmlformats.org/drawingml/2006/main">
            <a:r>
              <a:t>Week 5 linked the ranker back into the agent through nominate_lookup. Week 6 exposes both lanes through the portal.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agent separates retrieval from generation. A model only receives the evidence returned by the tools.</a:t>
            </a:r>
          </a:p>
          <a:p xmlns:a="http://schemas.openxmlformats.org/drawingml/2006/main">
            <a:r>
              <a:t>This screenshot shows the Week 5 nominate_lookup tool firing inside the Week 6 chat.</a:t>
            </a:r>
          </a:p>
          <a:p xmlns:a="http://schemas.openxmlformats.org/drawingml/2006/main">
            <a:r>
              <a:t>Q9 through Q32 reused 24 cached MedGemma responses. Verification blocked provider entry points and observed zero calls.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ranker uses gene-by-context rows. Cross-validation is grouped so a gene is never scored by a model trained on that gene.</a:t>
            </a:r>
          </a:p>
          <a:p xmlns:a="http://schemas.openxmlformats.org/drawingml/2006/main">
            <a:r>
              <a:t>Adding scETM features increased tumor AUROC from 0.675 to 0.742 and immune AUROC from 0.666 to 0.725.</a:t>
            </a:r>
          </a:p>
          <a:p xmlns:a="http://schemas.openxmlformats.org/drawingml/2006/main">
            <a:r>
              <a:t>The nominee tool returns probabilities, driving features, evidence flags, minimum cell count, and fold provenance.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Genes tab adds four panels: a gene card, ranked list, scETM neighbors, and evidence tables.</a:t>
            </a:r>
          </a:p>
          <a:p xmlns:a="http://schemas.openxmlformats.org/drawingml/2006/main">
            <a:r>
              <a:t>The backend loads the reasoning engine, rank scores, and embeddings once and serves them through the new reasoning and gene endpoints.</a:t>
            </a:r>
          </a:p>
          <a:p xmlns:a="http://schemas.openxmlformats.org/drawingml/2006/main">
            <a:r>
              <a:t>The central consistency decision is that the portal and nominate_lookup share one loader and the same score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44-of-44 result requires equal tool sets, allowed tool combinations, and every required evidence group on both API and CLI sides.</a:t>
            </a:r>
          </a:p>
          <a:p xmlns:a="http://schemas.openxmlformats.org/drawingml/2006/main">
            <a:r>
              <a:t>The published-gene check covered 310 scored outputs. AXL was absent in both places and correctly returned no score.</a:t>
            </a:r>
          </a:p>
          <a:p xmlns:a="http://schemas.openxmlformats.org/drawingml/2006/main">
            <a:r>
              <a:t>These are integration and reproducibility checks. They do not replace experimental validation of the biological nominees.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portal is now a review surface for the same evidence and rankings produced earlier in the project.</a:t>
            </a:r>
          </a:p>
          <a:p xmlns:a="http://schemas.openxmlformats.org/drawingml/2006/main">
            <a:r>
              <a:t>The screenshot demonstrates the grounding boundary: an invented pathway is rejected rather than answered from model memory.</a:t>
            </a:r>
          </a:p>
          <a:p xmlns:a="http://schemas.openxmlformats.org/drawingml/2006/main">
            <a:r>
              <a:t>The next scientific step is team review of high-scoring novel nominees and selection of candidates for experimental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3000aab62542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bbe952273741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e8e28e46c462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a7219397548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23ccd110e24c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59e618ef647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683EDB-52CA-4950-990C-2BA2A3A2F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495DF0-B343-41FC-9D3F-36A05325E2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F953DDE-9ECA-4211-8C32-360D307889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DA6EFF-3EC9-4B6F-A92F-0E66C40C2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924A78-FEC6-4A7F-BC6C-539B95E4DE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B4D5F0-723E-4A25-A4F4-90A532E57E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689773-ACF6-4739-B7C2-A44DD2F1F7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1A1BBEE-C84C-4777-A34C-5A86B15445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C17963-4A6C-4364-99C6-D71710FAB2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CB9ECA-3A28-447C-A760-582D7D093B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0759318627479b" /><Relationship Type="http://schemas.openxmlformats.org/officeDocument/2006/relationships/slideLayout" Target="/ppt/slideLayouts/slideLayout1.xml" Id="Ra87003a84f6940f7" /><Relationship Type="http://schemas.openxmlformats.org/officeDocument/2006/relationships/slideLayout" Target="/ppt/slideLayouts/slideLayout2.xml" Id="Rbad1d3bf59154642" /><Relationship Type="http://schemas.openxmlformats.org/officeDocument/2006/relationships/slideLayout" Target="/ppt/slideLayouts/slideLayout3.xml" Id="R760016082c394550" /><Relationship Type="http://schemas.openxmlformats.org/officeDocument/2006/relationships/slideLayout" Target="/ppt/slideLayouts/slideLayout4.xml" Id="R447813cd4745447f" /><Relationship Type="http://schemas.openxmlformats.org/officeDocument/2006/relationships/slideLayout" Target="/ppt/slideLayouts/slideLayout5.xml" Id="Rc398066297224897" /><Relationship Type="http://schemas.openxmlformats.org/officeDocument/2006/relationships/slideLayout" Target="/ppt/slideLayouts/slideLayout6.xml" Id="Rb48c4d5350d14d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7003a84f6940f7"/>
    <p:sldLayoutId xmlns:r="http://schemas.openxmlformats.org/officeDocument/2006/relationships" id="2147483650" r:id="Rbad1d3bf59154642"/>
    <p:sldLayoutId xmlns:r="http://schemas.openxmlformats.org/officeDocument/2006/relationships" id="2147483651" r:id="R760016082c394550"/>
    <p:sldLayoutId xmlns:r="http://schemas.openxmlformats.org/officeDocument/2006/relationships" id="2147483652" r:id="R447813cd4745447f"/>
    <p:sldLayoutId xmlns:r="http://schemas.openxmlformats.org/officeDocument/2006/relationships" id="2147483653" r:id="Rc398066297224897"/>
    <p:sldLayoutId xmlns:r="http://schemas.openxmlformats.org/officeDocument/2006/relationships" id="2147483654" r:id="Rb48c4d5350d14d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f038bf61f048ed" /><Relationship Type="http://schemas.openxmlformats.org/officeDocument/2006/relationships/notesSlide" Target="/ppt/notesSlides/notesSlide1.xml" Id="Reb6094db9a4748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90f62d13a6489e" /><Relationship Type="http://schemas.openxmlformats.org/officeDocument/2006/relationships/image" Target="/ppt/media/image.png" Id="R8b9b1b6e35a64b0e" /><Relationship Type="http://schemas.openxmlformats.org/officeDocument/2006/relationships/notesSlide" Target="/ppt/notesSlides/notesSlide2.xml" Id="R4196007cb06840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8fef46b39248d8" /><Relationship Type="http://schemas.openxmlformats.org/officeDocument/2006/relationships/image" Target="/ppt/media/image2.png" Id="Rc2b384b30de04035" /><Relationship Type="http://schemas.openxmlformats.org/officeDocument/2006/relationships/notesSlide" Target="/ppt/notesSlides/notesSlide3.xml" Id="Rb95acce9fb7a4d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dd6adf365e4320" /><Relationship Type="http://schemas.openxmlformats.org/officeDocument/2006/relationships/notesSlide" Target="/ppt/notesSlides/notesSlide4.xml" Id="Rbf43a1560a8647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ec8d1f67474d24" /><Relationship Type="http://schemas.openxmlformats.org/officeDocument/2006/relationships/image" Target="/ppt/media/image3.png" Id="R3c1527a6cf3e40bf" /><Relationship Type="http://schemas.openxmlformats.org/officeDocument/2006/relationships/image" Target="/ppt/media/image4.png" Id="R656bbc72e8dc402f" /><Relationship Type="http://schemas.openxmlformats.org/officeDocument/2006/relationships/notesSlide" Target="/ppt/notesSlides/notesSlide5.xml" Id="Re99413e2a8f149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6393f3b0064589" /><Relationship Type="http://schemas.openxmlformats.org/officeDocument/2006/relationships/notesSlide" Target="/ppt/notesSlides/notesSlide6.xml" Id="R2a72a3f5ece44d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ed48376634492" /><Relationship Type="http://schemas.openxmlformats.org/officeDocument/2006/relationships/image" Target="/ppt/media/image5.png" Id="Rad8318e48889463b" /><Relationship Type="http://schemas.openxmlformats.org/officeDocument/2006/relationships/notesSlide" Target="/ppt/notesSlides/notesSlide7.xml" Id="R61877e842f0b41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6CB710-2984-4063-B914-46688059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EA399-1171-49C8-A346-4D463148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46BFC9"/>
                </a:solidFill>
              </a:defRPr>
            </a:defPPr>
            <a:lvl1pPr>
              <a:defRPr sz="1050" b="1">
                <a:solidFill>
                  <a:srgbClr val="46BFC9"/>
                </a:solidFill>
              </a:defRPr>
            </a:lvl1pPr>
            <a:lvl2pPr>
              <a:defRPr sz="1050" b="1">
                <a:solidFill>
                  <a:srgbClr val="46BFC9"/>
                </a:solidFill>
              </a:defRPr>
            </a:lvl2pPr>
            <a:lvl3pPr>
              <a:defRPr sz="1050" b="1">
                <a:solidFill>
                  <a:srgbClr val="46BFC9"/>
                </a:solidFill>
              </a:defRPr>
            </a:lvl3pPr>
            <a:lvl4pPr>
              <a:defRPr sz="1050" b="1">
                <a:solidFill>
                  <a:srgbClr val="46BFC9"/>
                </a:solidFill>
              </a:defRPr>
            </a:lvl4pPr>
            <a:lvl5pPr>
              <a:defRPr sz="1050" b="1">
                <a:solidFill>
                  <a:srgbClr val="46BFC9"/>
                </a:solidFill>
              </a:defRPr>
            </a:lvl5pPr>
            <a:lvl6pPr>
              <a:defRPr sz="1050" b="1">
                <a:solidFill>
                  <a:srgbClr val="46BFC9"/>
                </a:solidFill>
              </a:defRPr>
            </a:lvl6pPr>
            <a:lvl7pPr>
              <a:defRPr sz="1050" b="1">
                <a:solidFill>
                  <a:srgbClr val="46BFC9"/>
                </a:solidFill>
              </a:defRPr>
            </a:lvl7pPr>
            <a:lvl8pPr>
              <a:defRPr sz="1050" b="1">
                <a:solidFill>
                  <a:srgbClr val="46BFC9"/>
                </a:solidFill>
              </a:defRPr>
            </a:lvl8pPr>
            <a:lvl9pPr>
              <a:defRPr sz="1050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46BFC9"/>
                </a:solidFill>
              </a:defRPr>
            </a:pPr>
            <a:r>
              <a:rPr sz="1050" b="1">
                <a:solidFill>
                  <a:srgbClr val="46BFC9"/>
                </a:solidFill>
              </a:rPr>
              <a:t>BIOREASONING 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139EB-713F-4081-9EF5-B4EFDF3C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7143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1E9EC"/>
                </a:solidFill>
              </a:defRPr>
            </a:defPPr>
            <a:lvl1pPr>
              <a:defRPr sz="3600" b="1">
                <a:solidFill>
                  <a:srgbClr val="E1E9EC"/>
                </a:solidFill>
              </a:defRPr>
            </a:lvl1pPr>
            <a:lvl2pPr>
              <a:defRPr sz="3600" b="1">
                <a:solidFill>
                  <a:srgbClr val="E1E9EC"/>
                </a:solidFill>
              </a:defRPr>
            </a:lvl2pPr>
            <a:lvl3pPr>
              <a:defRPr sz="3600" b="1">
                <a:solidFill>
                  <a:srgbClr val="E1E9EC"/>
                </a:solidFill>
              </a:defRPr>
            </a:lvl3pPr>
            <a:lvl4pPr>
              <a:defRPr sz="3600" b="1">
                <a:solidFill>
                  <a:srgbClr val="E1E9EC"/>
                </a:solidFill>
              </a:defRPr>
            </a:lvl4pPr>
            <a:lvl5pPr>
              <a:defRPr sz="3600" b="1">
                <a:solidFill>
                  <a:srgbClr val="E1E9EC"/>
                </a:solidFill>
              </a:defRPr>
            </a:lvl5pPr>
            <a:lvl6pPr>
              <a:defRPr sz="3600" b="1">
                <a:solidFill>
                  <a:srgbClr val="E1E9EC"/>
                </a:solidFill>
              </a:defRPr>
            </a:lvl6pPr>
            <a:lvl7pPr>
              <a:defRPr sz="3600" b="1">
                <a:solidFill>
                  <a:srgbClr val="E1E9EC"/>
                </a:solidFill>
              </a:defRPr>
            </a:lvl7pPr>
            <a:lvl8pPr>
              <a:defRPr sz="3600" b="1">
                <a:solidFill>
                  <a:srgbClr val="E1E9EC"/>
                </a:solidFill>
              </a:defRPr>
            </a:lvl8pPr>
            <a:lvl9pPr>
              <a:defRPr sz="360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1E9EC"/>
                </a:solidFill>
              </a:defRPr>
            </a:pPr>
            <a:r>
              <a:rPr sz="3600" b="1">
                <a:solidFill>
                  <a:srgbClr val="E1E9EC"/>
                </a:solidFill>
              </a:rPr>
              <a:t>From single-cell evidence</a:t>
            </a:r>
          </a:p>
          <a:p xmlns:a="http://schemas.openxmlformats.org/drawingml/2006/main">
            <a:pPr>
              <a:defRPr sz="3600" b="1">
                <a:solidFill>
                  <a:srgbClr val="E1E9EC"/>
                </a:solidFill>
              </a:defRPr>
            </a:pPr>
            <a:r>
              <a:rPr sz="3600" b="1">
                <a:solidFill>
                  <a:srgbClr val="E1E9EC"/>
                </a:solidFill>
              </a:rPr>
              <a:t>to auditable gene nominees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E8FCE-02F8-42B0-99E4-5734D2BF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43225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92A3A9"/>
                </a:solidFill>
              </a:defRPr>
            </a:defPPr>
            <a:lvl1pPr>
              <a:defRPr sz="1725" b="0">
                <a:solidFill>
                  <a:srgbClr val="92A3A9"/>
                </a:solidFill>
              </a:defRPr>
            </a:lvl1pPr>
            <a:lvl2pPr>
              <a:defRPr sz="1725" b="0">
                <a:solidFill>
                  <a:srgbClr val="92A3A9"/>
                </a:solidFill>
              </a:defRPr>
            </a:lvl2pPr>
            <a:lvl3pPr>
              <a:defRPr sz="1725" b="0">
                <a:solidFill>
                  <a:srgbClr val="92A3A9"/>
                </a:solidFill>
              </a:defRPr>
            </a:lvl3pPr>
            <a:lvl4pPr>
              <a:defRPr sz="1725" b="0">
                <a:solidFill>
                  <a:srgbClr val="92A3A9"/>
                </a:solidFill>
              </a:defRPr>
            </a:lvl4pPr>
            <a:lvl5pPr>
              <a:defRPr sz="1725" b="0">
                <a:solidFill>
                  <a:srgbClr val="92A3A9"/>
                </a:solidFill>
              </a:defRPr>
            </a:lvl5pPr>
            <a:lvl6pPr>
              <a:defRPr sz="1725" b="0">
                <a:solidFill>
                  <a:srgbClr val="92A3A9"/>
                </a:solidFill>
              </a:defRPr>
            </a:lvl6pPr>
            <a:lvl7pPr>
              <a:defRPr sz="1725" b="0">
                <a:solidFill>
                  <a:srgbClr val="92A3A9"/>
                </a:solidFill>
              </a:defRPr>
            </a:lvl7pPr>
            <a:lvl8pPr>
              <a:defRPr sz="1725" b="0">
                <a:solidFill>
                  <a:srgbClr val="92A3A9"/>
                </a:solidFill>
              </a:defRPr>
            </a:lvl8pPr>
            <a:lvl9pPr>
              <a:defRPr sz="1725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92A3A9"/>
                </a:solidFill>
              </a:defRPr>
            </a:pPr>
            <a:r>
              <a:rPr sz="1725" b="0">
                <a:solidFill>
                  <a:srgbClr val="92A3A9"/>
                </a:solidFill>
              </a:rPr>
              <a:t>Midterm progress · Weeks 1–6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10AB1-F473-40BC-902F-7DA14E96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52500"/>
            <a:ext cx="3543300" cy="42291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8EDAF-5281-4B88-8DE0-1D562EA3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76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43A"/>
          </a:solidFill>
          <a:ln xmlns:a="http://schemas.openxmlformats.org/drawingml/2006/main" w="9525">
            <a:solidFill>
              <a:srgbClr val="46BF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BBC8E-FAD6-4CD1-82CF-8D82C28D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430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46BFC9"/>
                </a:solidFill>
              </a:defRPr>
            </a:defPPr>
            <a:lvl1pPr algn="ctr">
              <a:defRPr sz="1275" b="1">
                <a:solidFill>
                  <a:srgbClr val="46BFC9"/>
                </a:solidFill>
              </a:defRPr>
            </a:lvl1pPr>
            <a:lvl2pPr algn="ctr">
              <a:defRPr sz="1275" b="1">
                <a:solidFill>
                  <a:srgbClr val="46BFC9"/>
                </a:solidFill>
              </a:defRPr>
            </a:lvl2pPr>
            <a:lvl3pPr algn="ctr">
              <a:defRPr sz="1275" b="1">
                <a:solidFill>
                  <a:srgbClr val="46BFC9"/>
                </a:solidFill>
              </a:defRPr>
            </a:lvl3pPr>
            <a:lvl4pPr algn="ctr">
              <a:defRPr sz="1275" b="1">
                <a:solidFill>
                  <a:srgbClr val="46BFC9"/>
                </a:solidFill>
              </a:defRPr>
            </a:lvl4pPr>
            <a:lvl5pPr algn="ctr">
              <a:defRPr sz="1275" b="1">
                <a:solidFill>
                  <a:srgbClr val="46BFC9"/>
                </a:solidFill>
              </a:defRPr>
            </a:lvl5pPr>
            <a:lvl6pPr algn="ctr">
              <a:defRPr sz="1275" b="1">
                <a:solidFill>
                  <a:srgbClr val="46BFC9"/>
                </a:solidFill>
              </a:defRPr>
            </a:lvl6pPr>
            <a:lvl7pPr algn="ctr">
              <a:defRPr sz="1275" b="1">
                <a:solidFill>
                  <a:srgbClr val="46BFC9"/>
                </a:solidFill>
              </a:defRPr>
            </a:lvl7pPr>
            <a:lvl8pPr algn="ctr">
              <a:defRPr sz="1275" b="1">
                <a:solidFill>
                  <a:srgbClr val="46BFC9"/>
                </a:solidFill>
              </a:defRPr>
            </a:lvl8pPr>
            <a:lvl9pPr algn="ctr">
              <a:defRPr sz="1275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6BFC9"/>
                </a:solidFill>
              </a:defRPr>
            </a:pPr>
            <a:r>
              <a:rPr sz="1275" b="1">
                <a:solidFill>
                  <a:srgbClr val="46BFC9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92982-FC15-4755-B221-7519128B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57300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1E9EC"/>
                </a:solidFill>
              </a:defRPr>
            </a:defPPr>
            <a:lvl1pPr>
              <a:defRPr sz="1425" b="1">
                <a:solidFill>
                  <a:srgbClr val="E1E9EC"/>
                </a:solidFill>
              </a:defRPr>
            </a:lvl1pPr>
            <a:lvl2pPr>
              <a:defRPr sz="1425" b="1">
                <a:solidFill>
                  <a:srgbClr val="E1E9EC"/>
                </a:solidFill>
              </a:defRPr>
            </a:lvl2pPr>
            <a:lvl3pPr>
              <a:defRPr sz="1425" b="1">
                <a:solidFill>
                  <a:srgbClr val="E1E9EC"/>
                </a:solidFill>
              </a:defRPr>
            </a:lvl3pPr>
            <a:lvl4pPr>
              <a:defRPr sz="1425" b="1">
                <a:solidFill>
                  <a:srgbClr val="E1E9EC"/>
                </a:solidFill>
              </a:defRPr>
            </a:lvl4pPr>
            <a:lvl5pPr>
              <a:defRPr sz="1425" b="1">
                <a:solidFill>
                  <a:srgbClr val="E1E9EC"/>
                </a:solidFill>
              </a:defRPr>
            </a:lvl5pPr>
            <a:lvl6pPr>
              <a:defRPr sz="1425" b="1">
                <a:solidFill>
                  <a:srgbClr val="E1E9EC"/>
                </a:solidFill>
              </a:defRPr>
            </a:lvl6pPr>
            <a:lvl7pPr>
              <a:defRPr sz="1425" b="1">
                <a:solidFill>
                  <a:srgbClr val="E1E9EC"/>
                </a:solidFill>
              </a:defRPr>
            </a:lvl7pPr>
            <a:lvl8pPr>
              <a:defRPr sz="1425" b="1">
                <a:solidFill>
                  <a:srgbClr val="E1E9EC"/>
                </a:solidFill>
              </a:defRPr>
            </a:lvl8pPr>
            <a:lvl9pPr>
              <a:defRPr sz="1425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1E9EC"/>
                </a:solidFill>
              </a:defRPr>
            </a:pPr>
            <a:r>
              <a:rPr sz="1425" b="1">
                <a:solidFill>
                  <a:srgbClr val="E1E9EC"/>
                </a:solidFill>
              </a:rPr>
              <a:t>Derived tables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D489C-3A99-4F12-8B22-A8064E52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430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2A3A9"/>
                </a:solidFill>
              </a:defRPr>
            </a:defPPr>
            <a:lvl1pPr>
              <a:defRPr sz="1050" b="0">
                <a:solidFill>
                  <a:srgbClr val="92A3A9"/>
                </a:solidFill>
              </a:defRPr>
            </a:lvl1pPr>
            <a:lvl2pPr>
              <a:defRPr sz="1050" b="0">
                <a:solidFill>
                  <a:srgbClr val="92A3A9"/>
                </a:solidFill>
              </a:defRPr>
            </a:lvl2pPr>
            <a:lvl3pPr>
              <a:defRPr sz="1050" b="0">
                <a:solidFill>
                  <a:srgbClr val="92A3A9"/>
                </a:solidFill>
              </a:defRPr>
            </a:lvl3pPr>
            <a:lvl4pPr>
              <a:defRPr sz="1050" b="0">
                <a:solidFill>
                  <a:srgbClr val="92A3A9"/>
                </a:solidFill>
              </a:defRPr>
            </a:lvl4pPr>
            <a:lvl5pPr>
              <a:defRPr sz="1050" b="0">
                <a:solidFill>
                  <a:srgbClr val="92A3A9"/>
                </a:solidFill>
              </a:defRPr>
            </a:lvl5pPr>
            <a:lvl6pPr>
              <a:defRPr sz="1050" b="0">
                <a:solidFill>
                  <a:srgbClr val="92A3A9"/>
                </a:solidFill>
              </a:defRPr>
            </a:lvl6pPr>
            <a:lvl7pPr>
              <a:defRPr sz="1050" b="0">
                <a:solidFill>
                  <a:srgbClr val="92A3A9"/>
                </a:solidFill>
              </a:defRPr>
            </a:lvl7pPr>
            <a:lvl8pPr>
              <a:defRPr sz="1050" b="0">
                <a:solidFill>
                  <a:srgbClr val="92A3A9"/>
                </a:solidFill>
              </a:defRPr>
            </a:lvl8pPr>
            <a:lvl9pPr>
              <a:defRPr sz="10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2A3A9"/>
                </a:solidFill>
              </a:defRPr>
            </a:pPr>
            <a:r>
              <a:rPr sz="1050" b="0">
                <a:solidFill>
                  <a:srgbClr val="92A3A9"/>
                </a:solidFill>
              </a:rPr>
              <a:t>CellChat · DEG · cell 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80686-40B9-4887-9EB0-7B4E696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43A"/>
          </a:solidFill>
          <a:ln xmlns:a="http://schemas.openxmlformats.org/drawingml/2006/main" w="9525">
            <a:solidFill>
              <a:srgbClr val="46BF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57A27-970C-43CB-B690-12A07EFE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46BFC9"/>
                </a:solidFill>
              </a:defRPr>
            </a:defPPr>
            <a:lvl1pPr algn="ctr">
              <a:defRPr sz="1275" b="1">
                <a:solidFill>
                  <a:srgbClr val="46BFC9"/>
                </a:solidFill>
              </a:defRPr>
            </a:lvl1pPr>
            <a:lvl2pPr algn="ctr">
              <a:defRPr sz="1275" b="1">
                <a:solidFill>
                  <a:srgbClr val="46BFC9"/>
                </a:solidFill>
              </a:defRPr>
            </a:lvl2pPr>
            <a:lvl3pPr algn="ctr">
              <a:defRPr sz="1275" b="1">
                <a:solidFill>
                  <a:srgbClr val="46BFC9"/>
                </a:solidFill>
              </a:defRPr>
            </a:lvl3pPr>
            <a:lvl4pPr algn="ctr">
              <a:defRPr sz="1275" b="1">
                <a:solidFill>
                  <a:srgbClr val="46BFC9"/>
                </a:solidFill>
              </a:defRPr>
            </a:lvl4pPr>
            <a:lvl5pPr algn="ctr">
              <a:defRPr sz="1275" b="1">
                <a:solidFill>
                  <a:srgbClr val="46BFC9"/>
                </a:solidFill>
              </a:defRPr>
            </a:lvl5pPr>
            <a:lvl6pPr algn="ctr">
              <a:defRPr sz="1275" b="1">
                <a:solidFill>
                  <a:srgbClr val="46BFC9"/>
                </a:solidFill>
              </a:defRPr>
            </a:lvl6pPr>
            <a:lvl7pPr algn="ctr">
              <a:defRPr sz="1275" b="1">
                <a:solidFill>
                  <a:srgbClr val="46BFC9"/>
                </a:solidFill>
              </a:defRPr>
            </a:lvl7pPr>
            <a:lvl8pPr algn="ctr">
              <a:defRPr sz="1275" b="1">
                <a:solidFill>
                  <a:srgbClr val="46BFC9"/>
                </a:solidFill>
              </a:defRPr>
            </a:lvl8pPr>
            <a:lvl9pPr algn="ctr">
              <a:defRPr sz="1275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6BFC9"/>
                </a:solidFill>
              </a:defRPr>
            </a:pPr>
            <a:r>
              <a:rPr sz="1275" b="1">
                <a:solidFill>
                  <a:srgbClr val="46BFC9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52FEC-A2AF-4634-94AB-20D30896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71700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1E9EC"/>
                </a:solidFill>
              </a:defRPr>
            </a:defPPr>
            <a:lvl1pPr>
              <a:defRPr sz="1425" b="1">
                <a:solidFill>
                  <a:srgbClr val="E1E9EC"/>
                </a:solidFill>
              </a:defRPr>
            </a:lvl1pPr>
            <a:lvl2pPr>
              <a:defRPr sz="1425" b="1">
                <a:solidFill>
                  <a:srgbClr val="E1E9EC"/>
                </a:solidFill>
              </a:defRPr>
            </a:lvl2pPr>
            <a:lvl3pPr>
              <a:defRPr sz="1425" b="1">
                <a:solidFill>
                  <a:srgbClr val="E1E9EC"/>
                </a:solidFill>
              </a:defRPr>
            </a:lvl3pPr>
            <a:lvl4pPr>
              <a:defRPr sz="1425" b="1">
                <a:solidFill>
                  <a:srgbClr val="E1E9EC"/>
                </a:solidFill>
              </a:defRPr>
            </a:lvl4pPr>
            <a:lvl5pPr>
              <a:defRPr sz="1425" b="1">
                <a:solidFill>
                  <a:srgbClr val="E1E9EC"/>
                </a:solidFill>
              </a:defRPr>
            </a:lvl5pPr>
            <a:lvl6pPr>
              <a:defRPr sz="1425" b="1">
                <a:solidFill>
                  <a:srgbClr val="E1E9EC"/>
                </a:solidFill>
              </a:defRPr>
            </a:lvl6pPr>
            <a:lvl7pPr>
              <a:defRPr sz="1425" b="1">
                <a:solidFill>
                  <a:srgbClr val="E1E9EC"/>
                </a:solidFill>
              </a:defRPr>
            </a:lvl7pPr>
            <a:lvl8pPr>
              <a:defRPr sz="1425" b="1">
                <a:solidFill>
                  <a:srgbClr val="E1E9EC"/>
                </a:solidFill>
              </a:defRPr>
            </a:lvl8pPr>
            <a:lvl9pPr>
              <a:defRPr sz="1425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1E9EC"/>
                </a:solidFill>
              </a:defRPr>
            </a:pPr>
            <a:r>
              <a:rPr sz="1425" b="1">
                <a:solidFill>
                  <a:srgbClr val="E1E9EC"/>
                </a:solidFill>
              </a:rPr>
              <a:t>Grounded reasoning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F01E8-4D64-4A25-9DD9-7388D849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57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2A3A9"/>
                </a:solidFill>
              </a:defRPr>
            </a:defPPr>
            <a:lvl1pPr>
              <a:defRPr sz="1050" b="0">
                <a:solidFill>
                  <a:srgbClr val="92A3A9"/>
                </a:solidFill>
              </a:defRPr>
            </a:lvl1pPr>
            <a:lvl2pPr>
              <a:defRPr sz="1050" b="0">
                <a:solidFill>
                  <a:srgbClr val="92A3A9"/>
                </a:solidFill>
              </a:defRPr>
            </a:lvl2pPr>
            <a:lvl3pPr>
              <a:defRPr sz="1050" b="0">
                <a:solidFill>
                  <a:srgbClr val="92A3A9"/>
                </a:solidFill>
              </a:defRPr>
            </a:lvl3pPr>
            <a:lvl4pPr>
              <a:defRPr sz="1050" b="0">
                <a:solidFill>
                  <a:srgbClr val="92A3A9"/>
                </a:solidFill>
              </a:defRPr>
            </a:lvl4pPr>
            <a:lvl5pPr>
              <a:defRPr sz="1050" b="0">
                <a:solidFill>
                  <a:srgbClr val="92A3A9"/>
                </a:solidFill>
              </a:defRPr>
            </a:lvl5pPr>
            <a:lvl6pPr>
              <a:defRPr sz="1050" b="0">
                <a:solidFill>
                  <a:srgbClr val="92A3A9"/>
                </a:solidFill>
              </a:defRPr>
            </a:lvl6pPr>
            <a:lvl7pPr>
              <a:defRPr sz="1050" b="0">
                <a:solidFill>
                  <a:srgbClr val="92A3A9"/>
                </a:solidFill>
              </a:defRPr>
            </a:lvl7pPr>
            <a:lvl8pPr>
              <a:defRPr sz="1050" b="0">
                <a:solidFill>
                  <a:srgbClr val="92A3A9"/>
                </a:solidFill>
              </a:defRPr>
            </a:lvl8pPr>
            <a:lvl9pPr>
              <a:defRPr sz="10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2A3A9"/>
                </a:solidFill>
              </a:defRPr>
            </a:pPr>
            <a:r>
              <a:rPr sz="1050" b="0">
                <a:solidFill>
                  <a:srgbClr val="92A3A9"/>
                </a:solidFill>
              </a:rPr>
              <a:t>Tool traces before any model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25003B-34FE-44BC-99ED-34F83D3B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43A"/>
          </a:solidFill>
          <a:ln xmlns:a="http://schemas.openxmlformats.org/drawingml/2006/main" w="9525">
            <a:solidFill>
              <a:srgbClr val="46BF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E87FE-0653-43B1-9C8C-D68980B0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718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46BFC9"/>
                </a:solidFill>
              </a:defRPr>
            </a:defPPr>
            <a:lvl1pPr algn="ctr">
              <a:defRPr sz="1275" b="1">
                <a:solidFill>
                  <a:srgbClr val="46BFC9"/>
                </a:solidFill>
              </a:defRPr>
            </a:lvl1pPr>
            <a:lvl2pPr algn="ctr">
              <a:defRPr sz="1275" b="1">
                <a:solidFill>
                  <a:srgbClr val="46BFC9"/>
                </a:solidFill>
              </a:defRPr>
            </a:lvl2pPr>
            <a:lvl3pPr algn="ctr">
              <a:defRPr sz="1275" b="1">
                <a:solidFill>
                  <a:srgbClr val="46BFC9"/>
                </a:solidFill>
              </a:defRPr>
            </a:lvl3pPr>
            <a:lvl4pPr algn="ctr">
              <a:defRPr sz="1275" b="1">
                <a:solidFill>
                  <a:srgbClr val="46BFC9"/>
                </a:solidFill>
              </a:defRPr>
            </a:lvl4pPr>
            <a:lvl5pPr algn="ctr">
              <a:defRPr sz="1275" b="1">
                <a:solidFill>
                  <a:srgbClr val="46BFC9"/>
                </a:solidFill>
              </a:defRPr>
            </a:lvl5pPr>
            <a:lvl6pPr algn="ctr">
              <a:defRPr sz="1275" b="1">
                <a:solidFill>
                  <a:srgbClr val="46BFC9"/>
                </a:solidFill>
              </a:defRPr>
            </a:lvl6pPr>
            <a:lvl7pPr algn="ctr">
              <a:defRPr sz="1275" b="1">
                <a:solidFill>
                  <a:srgbClr val="46BFC9"/>
                </a:solidFill>
              </a:defRPr>
            </a:lvl7pPr>
            <a:lvl8pPr algn="ctr">
              <a:defRPr sz="1275" b="1">
                <a:solidFill>
                  <a:srgbClr val="46BFC9"/>
                </a:solidFill>
              </a:defRPr>
            </a:lvl8pPr>
            <a:lvl9pPr algn="ctr">
              <a:defRPr sz="1275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46BFC9"/>
                </a:solidFill>
              </a:defRPr>
            </a:pPr>
            <a:r>
              <a:rPr sz="1275" b="1">
                <a:solidFill>
                  <a:srgbClr val="46BFC9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AD8D1-004D-4A0F-8B6F-BF1BED5E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86100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1E9EC"/>
                </a:solidFill>
              </a:defRPr>
            </a:defPPr>
            <a:lvl1pPr>
              <a:defRPr sz="1425" b="1">
                <a:solidFill>
                  <a:srgbClr val="E1E9EC"/>
                </a:solidFill>
              </a:defRPr>
            </a:lvl1pPr>
            <a:lvl2pPr>
              <a:defRPr sz="1425" b="1">
                <a:solidFill>
                  <a:srgbClr val="E1E9EC"/>
                </a:solidFill>
              </a:defRPr>
            </a:lvl2pPr>
            <a:lvl3pPr>
              <a:defRPr sz="1425" b="1">
                <a:solidFill>
                  <a:srgbClr val="E1E9EC"/>
                </a:solidFill>
              </a:defRPr>
            </a:lvl3pPr>
            <a:lvl4pPr>
              <a:defRPr sz="1425" b="1">
                <a:solidFill>
                  <a:srgbClr val="E1E9EC"/>
                </a:solidFill>
              </a:defRPr>
            </a:lvl4pPr>
            <a:lvl5pPr>
              <a:defRPr sz="1425" b="1">
                <a:solidFill>
                  <a:srgbClr val="E1E9EC"/>
                </a:solidFill>
              </a:defRPr>
            </a:lvl5pPr>
            <a:lvl6pPr>
              <a:defRPr sz="1425" b="1">
                <a:solidFill>
                  <a:srgbClr val="E1E9EC"/>
                </a:solidFill>
              </a:defRPr>
            </a:lvl6pPr>
            <a:lvl7pPr>
              <a:defRPr sz="1425" b="1">
                <a:solidFill>
                  <a:srgbClr val="E1E9EC"/>
                </a:solidFill>
              </a:defRPr>
            </a:lvl7pPr>
            <a:lvl8pPr>
              <a:defRPr sz="1425" b="1">
                <a:solidFill>
                  <a:srgbClr val="E1E9EC"/>
                </a:solidFill>
              </a:defRPr>
            </a:lvl8pPr>
            <a:lvl9pPr>
              <a:defRPr sz="1425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1E9EC"/>
                </a:solidFill>
              </a:defRPr>
            </a:pPr>
            <a:r>
              <a:rPr sz="1425" b="1">
                <a:solidFill>
                  <a:srgbClr val="E1E9EC"/>
                </a:solidFill>
              </a:rPr>
              <a:t>Gene ranking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A2FB9-2F00-4A85-B0E3-6C4FE49B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718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2A3A9"/>
                </a:solidFill>
              </a:defRPr>
            </a:defPPr>
            <a:lvl1pPr>
              <a:defRPr sz="1050" b="0">
                <a:solidFill>
                  <a:srgbClr val="92A3A9"/>
                </a:solidFill>
              </a:defRPr>
            </a:lvl1pPr>
            <a:lvl2pPr>
              <a:defRPr sz="1050" b="0">
                <a:solidFill>
                  <a:srgbClr val="92A3A9"/>
                </a:solidFill>
              </a:defRPr>
            </a:lvl2pPr>
            <a:lvl3pPr>
              <a:defRPr sz="1050" b="0">
                <a:solidFill>
                  <a:srgbClr val="92A3A9"/>
                </a:solidFill>
              </a:defRPr>
            </a:lvl3pPr>
            <a:lvl4pPr>
              <a:defRPr sz="1050" b="0">
                <a:solidFill>
                  <a:srgbClr val="92A3A9"/>
                </a:solidFill>
              </a:defRPr>
            </a:lvl4pPr>
            <a:lvl5pPr>
              <a:defRPr sz="1050" b="0">
                <a:solidFill>
                  <a:srgbClr val="92A3A9"/>
                </a:solidFill>
              </a:defRPr>
            </a:lvl5pPr>
            <a:lvl6pPr>
              <a:defRPr sz="1050" b="0">
                <a:solidFill>
                  <a:srgbClr val="92A3A9"/>
                </a:solidFill>
              </a:defRPr>
            </a:lvl6pPr>
            <a:lvl7pPr>
              <a:defRPr sz="1050" b="0">
                <a:solidFill>
                  <a:srgbClr val="92A3A9"/>
                </a:solidFill>
              </a:defRPr>
            </a:lvl7pPr>
            <a:lvl8pPr>
              <a:defRPr sz="1050" b="0">
                <a:solidFill>
                  <a:srgbClr val="92A3A9"/>
                </a:solidFill>
              </a:defRPr>
            </a:lvl8pPr>
            <a:lvl9pPr>
              <a:defRPr sz="10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2A3A9"/>
                </a:solidFill>
              </a:defRPr>
            </a:pPr>
            <a:r>
              <a:rPr sz="1050" b="0">
                <a:solidFill>
                  <a:srgbClr val="92A3A9"/>
                </a:solidFill>
              </a:rPr>
              <a:t>LightGBM + scETM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0F85DD-57E0-4DB3-A347-D7081E53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19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1D"/>
          </a:solidFill>
          <a:ln xmlns:a="http://schemas.openxmlformats.org/drawingml/2006/main" w="9525">
            <a:solidFill>
              <a:srgbClr val="66BF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ADD61-4F1D-448B-93B0-2FF5EC3D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862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1">
                <a:solidFill>
                  <a:srgbClr val="66BF8B"/>
                </a:solidFill>
              </a:defRPr>
            </a:defPPr>
            <a:lvl1pPr algn="ctr">
              <a:defRPr sz="1275" b="1">
                <a:solidFill>
                  <a:srgbClr val="66BF8B"/>
                </a:solidFill>
              </a:defRPr>
            </a:lvl1pPr>
            <a:lvl2pPr algn="ctr">
              <a:defRPr sz="1275" b="1">
                <a:solidFill>
                  <a:srgbClr val="66BF8B"/>
                </a:solidFill>
              </a:defRPr>
            </a:lvl2pPr>
            <a:lvl3pPr algn="ctr">
              <a:defRPr sz="1275" b="1">
                <a:solidFill>
                  <a:srgbClr val="66BF8B"/>
                </a:solidFill>
              </a:defRPr>
            </a:lvl3pPr>
            <a:lvl4pPr algn="ctr">
              <a:defRPr sz="1275" b="1">
                <a:solidFill>
                  <a:srgbClr val="66BF8B"/>
                </a:solidFill>
              </a:defRPr>
            </a:lvl4pPr>
            <a:lvl5pPr algn="ctr">
              <a:defRPr sz="1275" b="1">
                <a:solidFill>
                  <a:srgbClr val="66BF8B"/>
                </a:solidFill>
              </a:defRPr>
            </a:lvl5pPr>
            <a:lvl6pPr algn="ctr">
              <a:defRPr sz="1275" b="1">
                <a:solidFill>
                  <a:srgbClr val="66BF8B"/>
                </a:solidFill>
              </a:defRPr>
            </a:lvl6pPr>
            <a:lvl7pPr algn="ctr">
              <a:defRPr sz="1275" b="1">
                <a:solidFill>
                  <a:srgbClr val="66BF8B"/>
                </a:solidFill>
              </a:defRPr>
            </a:lvl7pPr>
            <a:lvl8pPr algn="ctr">
              <a:defRPr sz="1275" b="1">
                <a:solidFill>
                  <a:srgbClr val="66BF8B"/>
                </a:solidFill>
              </a:defRPr>
            </a:lvl8pPr>
            <a:lvl9pPr algn="ctr">
              <a:defRPr sz="1275" b="1">
                <a:solidFill>
                  <a:srgbClr val="66BF8B"/>
                </a:solidFill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66BF8B"/>
                </a:solidFill>
              </a:defRPr>
            </a:pPr>
            <a:r>
              <a:rPr sz="1275" b="1">
                <a:solidFill>
                  <a:srgbClr val="66BF8B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ACF555-1984-499C-B5ED-E59D357E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26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1E9EC"/>
                </a:solidFill>
              </a:defRPr>
            </a:defPPr>
            <a:lvl1pPr>
              <a:defRPr sz="1425" b="1">
                <a:solidFill>
                  <a:srgbClr val="E1E9EC"/>
                </a:solidFill>
              </a:defRPr>
            </a:lvl1pPr>
            <a:lvl2pPr>
              <a:defRPr sz="1425" b="1">
                <a:solidFill>
                  <a:srgbClr val="E1E9EC"/>
                </a:solidFill>
              </a:defRPr>
            </a:lvl2pPr>
            <a:lvl3pPr>
              <a:defRPr sz="1425" b="1">
                <a:solidFill>
                  <a:srgbClr val="E1E9EC"/>
                </a:solidFill>
              </a:defRPr>
            </a:lvl3pPr>
            <a:lvl4pPr>
              <a:defRPr sz="1425" b="1">
                <a:solidFill>
                  <a:srgbClr val="E1E9EC"/>
                </a:solidFill>
              </a:defRPr>
            </a:lvl4pPr>
            <a:lvl5pPr>
              <a:defRPr sz="1425" b="1">
                <a:solidFill>
                  <a:srgbClr val="E1E9EC"/>
                </a:solidFill>
              </a:defRPr>
            </a:lvl5pPr>
            <a:lvl6pPr>
              <a:defRPr sz="1425" b="1">
                <a:solidFill>
                  <a:srgbClr val="E1E9EC"/>
                </a:solidFill>
              </a:defRPr>
            </a:lvl6pPr>
            <a:lvl7pPr>
              <a:defRPr sz="1425" b="1">
                <a:solidFill>
                  <a:srgbClr val="E1E9EC"/>
                </a:solidFill>
              </a:defRPr>
            </a:lvl7pPr>
            <a:lvl8pPr>
              <a:defRPr sz="1425" b="1">
                <a:solidFill>
                  <a:srgbClr val="E1E9EC"/>
                </a:solidFill>
              </a:defRPr>
            </a:lvl8pPr>
            <a:lvl9pPr>
              <a:defRPr sz="1425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E1E9EC"/>
                </a:solidFill>
              </a:defRPr>
            </a:pPr>
            <a:r>
              <a:rPr sz="1425" b="1">
                <a:solidFill>
                  <a:srgbClr val="E1E9EC"/>
                </a:solidFill>
              </a:rPr>
              <a:t>Portal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95F8A-28FE-4435-80FA-ABFA8274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862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2A3A9"/>
                </a:solidFill>
              </a:defRPr>
            </a:defPPr>
            <a:lvl1pPr>
              <a:defRPr sz="1050" b="0">
                <a:solidFill>
                  <a:srgbClr val="92A3A9"/>
                </a:solidFill>
              </a:defRPr>
            </a:lvl1pPr>
            <a:lvl2pPr>
              <a:defRPr sz="1050" b="0">
                <a:solidFill>
                  <a:srgbClr val="92A3A9"/>
                </a:solidFill>
              </a:defRPr>
            </a:lvl2pPr>
            <a:lvl3pPr>
              <a:defRPr sz="1050" b="0">
                <a:solidFill>
                  <a:srgbClr val="92A3A9"/>
                </a:solidFill>
              </a:defRPr>
            </a:lvl3pPr>
            <a:lvl4pPr>
              <a:defRPr sz="1050" b="0">
                <a:solidFill>
                  <a:srgbClr val="92A3A9"/>
                </a:solidFill>
              </a:defRPr>
            </a:lvl4pPr>
            <a:lvl5pPr>
              <a:defRPr sz="1050" b="0">
                <a:solidFill>
                  <a:srgbClr val="92A3A9"/>
                </a:solidFill>
              </a:defRPr>
            </a:lvl5pPr>
            <a:lvl6pPr>
              <a:defRPr sz="1050" b="0">
                <a:solidFill>
                  <a:srgbClr val="92A3A9"/>
                </a:solidFill>
              </a:defRPr>
            </a:lvl6pPr>
            <a:lvl7pPr>
              <a:defRPr sz="1050" b="0">
                <a:solidFill>
                  <a:srgbClr val="92A3A9"/>
                </a:solidFill>
              </a:defRPr>
            </a:lvl7pPr>
            <a:lvl8pPr>
              <a:defRPr sz="1050" b="0">
                <a:solidFill>
                  <a:srgbClr val="92A3A9"/>
                </a:solidFill>
              </a:defRPr>
            </a:lvl8pPr>
            <a:lvl9pPr>
              <a:defRPr sz="10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2A3A9"/>
                </a:solidFill>
              </a:defRPr>
            </a:pPr>
            <a:r>
              <a:rPr sz="1050" b="0">
                <a:solidFill>
                  <a:srgbClr val="92A3A9"/>
                </a:solidFill>
              </a:rPr>
              <a:t>One interface, same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75118-E023-4ECE-8CAE-A74A9C57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281D"/>
          </a:solidFill>
          <a:ln xmlns:a="http://schemas.openxmlformats.org/drawingml/2006/main" w="9525">
            <a:solidFill>
              <a:srgbClr val="66BF8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2B8907-211C-40D7-93E1-87CE8D31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38775"/>
            <a:ext cx="144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66BF8B"/>
                </a:solidFill>
              </a:defRPr>
            </a:defPPr>
            <a:lvl1pPr algn="ctr">
              <a:defRPr sz="975" b="1">
                <a:solidFill>
                  <a:srgbClr val="66BF8B"/>
                </a:solidFill>
              </a:defRPr>
            </a:lvl1pPr>
            <a:lvl2pPr algn="ctr">
              <a:defRPr sz="975" b="1">
                <a:solidFill>
                  <a:srgbClr val="66BF8B"/>
                </a:solidFill>
              </a:defRPr>
            </a:lvl2pPr>
            <a:lvl3pPr algn="ctr">
              <a:defRPr sz="975" b="1">
                <a:solidFill>
                  <a:srgbClr val="66BF8B"/>
                </a:solidFill>
              </a:defRPr>
            </a:lvl3pPr>
            <a:lvl4pPr algn="ctr">
              <a:defRPr sz="975" b="1">
                <a:solidFill>
                  <a:srgbClr val="66BF8B"/>
                </a:solidFill>
              </a:defRPr>
            </a:lvl4pPr>
            <a:lvl5pPr algn="ctr">
              <a:defRPr sz="975" b="1">
                <a:solidFill>
                  <a:srgbClr val="66BF8B"/>
                </a:solidFill>
              </a:defRPr>
            </a:lvl5pPr>
            <a:lvl6pPr algn="ctr">
              <a:defRPr sz="975" b="1">
                <a:solidFill>
                  <a:srgbClr val="66BF8B"/>
                </a:solidFill>
              </a:defRPr>
            </a:lvl6pPr>
            <a:lvl7pPr algn="ctr">
              <a:defRPr sz="975" b="1">
                <a:solidFill>
                  <a:srgbClr val="66BF8B"/>
                </a:solidFill>
              </a:defRPr>
            </a:lvl7pPr>
            <a:lvl8pPr algn="ctr">
              <a:defRPr sz="975" b="1">
                <a:solidFill>
                  <a:srgbClr val="66BF8B"/>
                </a:solidFill>
              </a:defRPr>
            </a:lvl8pPr>
            <a:lvl9pPr algn="ctr">
              <a:defRPr sz="975" b="1">
                <a:solidFill>
                  <a:srgbClr val="66BF8B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66BF8B"/>
                </a:solidFill>
              </a:defRPr>
            </a:pPr>
            <a:r>
              <a:rPr sz="975" b="1">
                <a:solidFill>
                  <a:srgbClr val="66BF8B"/>
                </a:solidFill>
              </a:rPr>
              <a:t>WEEK 6 VERIFIED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7FD1B-4B31-4816-8CB6-E06E5DED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1E9EC"/>
                </a:solidFill>
              </a:defRPr>
            </a:defPPr>
            <a:lvl1pPr>
              <a:defRPr sz="1275" b="1">
                <a:solidFill>
                  <a:srgbClr val="E1E9EC"/>
                </a:solidFill>
              </a:defRPr>
            </a:lvl1pPr>
            <a:lvl2pPr>
              <a:defRPr sz="1275" b="1">
                <a:solidFill>
                  <a:srgbClr val="E1E9EC"/>
                </a:solidFill>
              </a:defRPr>
            </a:lvl2pPr>
            <a:lvl3pPr>
              <a:defRPr sz="1275" b="1">
                <a:solidFill>
                  <a:srgbClr val="E1E9EC"/>
                </a:solidFill>
              </a:defRPr>
            </a:lvl3pPr>
            <a:lvl4pPr>
              <a:defRPr sz="1275" b="1">
                <a:solidFill>
                  <a:srgbClr val="E1E9EC"/>
                </a:solidFill>
              </a:defRPr>
            </a:lvl4pPr>
            <a:lvl5pPr>
              <a:defRPr sz="1275" b="1">
                <a:solidFill>
                  <a:srgbClr val="E1E9EC"/>
                </a:solidFill>
              </a:defRPr>
            </a:lvl5pPr>
            <a:lvl6pPr>
              <a:defRPr sz="1275" b="1">
                <a:solidFill>
                  <a:srgbClr val="E1E9EC"/>
                </a:solidFill>
              </a:defRPr>
            </a:lvl6pPr>
            <a:lvl7pPr>
              <a:defRPr sz="1275" b="1">
                <a:solidFill>
                  <a:srgbClr val="E1E9EC"/>
                </a:solidFill>
              </a:defRPr>
            </a:lvl7pPr>
            <a:lvl8pPr>
              <a:defRPr sz="1275" b="1">
                <a:solidFill>
                  <a:srgbClr val="E1E9EC"/>
                </a:solidFill>
              </a:defRPr>
            </a:lvl8pPr>
            <a:lvl9pPr>
              <a:defRPr sz="1275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1E9EC"/>
                </a:solidFill>
              </a:defRPr>
            </a:pPr>
            <a:r>
              <a:rPr sz="1275" b="1">
                <a:solidFill>
                  <a:srgbClr val="E1E9EC"/>
                </a:solidFill>
              </a:rPr>
              <a:t>Jasper Chen · BT-CAP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9969D-277F-4932-AA28-40AFB174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2A3A9"/>
                </a:solidFill>
              </a:defRPr>
            </a:defPPr>
            <a:lvl1pPr>
              <a:defRPr sz="1050" b="0">
                <a:solidFill>
                  <a:srgbClr val="92A3A9"/>
                </a:solidFill>
              </a:defRPr>
            </a:lvl1pPr>
            <a:lvl2pPr>
              <a:defRPr sz="1050" b="0">
                <a:solidFill>
                  <a:srgbClr val="92A3A9"/>
                </a:solidFill>
              </a:defRPr>
            </a:lvl2pPr>
            <a:lvl3pPr>
              <a:defRPr sz="1050" b="0">
                <a:solidFill>
                  <a:srgbClr val="92A3A9"/>
                </a:solidFill>
              </a:defRPr>
            </a:lvl3pPr>
            <a:lvl4pPr>
              <a:defRPr sz="1050" b="0">
                <a:solidFill>
                  <a:srgbClr val="92A3A9"/>
                </a:solidFill>
              </a:defRPr>
            </a:lvl4pPr>
            <a:lvl5pPr>
              <a:defRPr sz="1050" b="0">
                <a:solidFill>
                  <a:srgbClr val="92A3A9"/>
                </a:solidFill>
              </a:defRPr>
            </a:lvl5pPr>
            <a:lvl6pPr>
              <a:defRPr sz="1050" b="0">
                <a:solidFill>
                  <a:srgbClr val="92A3A9"/>
                </a:solidFill>
              </a:defRPr>
            </a:lvl6pPr>
            <a:lvl7pPr>
              <a:defRPr sz="1050" b="0">
                <a:solidFill>
                  <a:srgbClr val="92A3A9"/>
                </a:solidFill>
              </a:defRPr>
            </a:lvl7pPr>
            <a:lvl8pPr>
              <a:defRPr sz="1050" b="0">
                <a:solidFill>
                  <a:srgbClr val="92A3A9"/>
                </a:solidFill>
              </a:defRPr>
            </a:lvl8pPr>
            <a:lvl9pPr>
              <a:defRPr sz="10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2A3A9"/>
                </a:solidFill>
              </a:defRPr>
            </a:pPr>
            <a:r>
              <a:rPr sz="1050" b="0">
                <a:solidFill>
                  <a:srgbClr val="92A3A9"/>
                </a:solidFill>
              </a:rPr>
              <a:t>19 October 2026</a:t>
            </a:r>
          </a:p>
        </p:txBody>
      </p:sp>
    </p:spTree>
    <p:extLst>
      <p:ext uri="{BB962C8B-B14F-4D97-AF65-F5344CB8AC3E}">
        <p14:creationId xmlns:p14="http://schemas.microsoft.com/office/powerpoint/2010/main" val="8083964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8B0E9-22ED-4D8A-B9B7-694E14E5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6BFC9"/>
                </a:solidFill>
              </a:defRPr>
            </a:defPPr>
            <a:lvl1pPr>
              <a:defRPr sz="975" b="1">
                <a:solidFill>
                  <a:srgbClr val="46BFC9"/>
                </a:solidFill>
              </a:defRPr>
            </a:lvl1pPr>
            <a:lvl2pPr>
              <a:defRPr sz="975" b="1">
                <a:solidFill>
                  <a:srgbClr val="46BFC9"/>
                </a:solidFill>
              </a:defRPr>
            </a:lvl2pPr>
            <a:lvl3pPr>
              <a:defRPr sz="975" b="1">
                <a:solidFill>
                  <a:srgbClr val="46BFC9"/>
                </a:solidFill>
              </a:defRPr>
            </a:lvl3pPr>
            <a:lvl4pPr>
              <a:defRPr sz="975" b="1">
                <a:solidFill>
                  <a:srgbClr val="46BFC9"/>
                </a:solidFill>
              </a:defRPr>
            </a:lvl4pPr>
            <a:lvl5pPr>
              <a:defRPr sz="975" b="1">
                <a:solidFill>
                  <a:srgbClr val="46BFC9"/>
                </a:solidFill>
              </a:defRPr>
            </a:lvl5pPr>
            <a:lvl6pPr>
              <a:defRPr sz="975" b="1">
                <a:solidFill>
                  <a:srgbClr val="46BFC9"/>
                </a:solidFill>
              </a:defRPr>
            </a:lvl6pPr>
            <a:lvl7pPr>
              <a:defRPr sz="975" b="1">
                <a:solidFill>
                  <a:srgbClr val="46BFC9"/>
                </a:solidFill>
              </a:defRPr>
            </a:lvl7pPr>
            <a:lvl8pPr>
              <a:defRPr sz="975" b="1">
                <a:solidFill>
                  <a:srgbClr val="46BFC9"/>
                </a:solidFill>
              </a:defRPr>
            </a:lvl8pPr>
            <a:lvl9pPr>
              <a:defRPr sz="975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46BFC9"/>
                </a:solidFill>
              </a:defRPr>
            </a:pPr>
            <a:r>
              <a:rPr sz="975" b="1">
                <a:solidFill>
                  <a:srgbClr val="46BFC9"/>
                </a:solidFill>
              </a:rPr>
              <a:t>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29F72-79E7-4883-8BD4-62422CB1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1E9EC"/>
                </a:solidFill>
              </a:defRPr>
            </a:defPPr>
            <a:lvl1pPr>
              <a:defRPr sz="2550" b="1">
                <a:solidFill>
                  <a:srgbClr val="E1E9EC"/>
                </a:solidFill>
              </a:defRPr>
            </a:lvl1pPr>
            <a:lvl2pPr>
              <a:defRPr sz="2550" b="1">
                <a:solidFill>
                  <a:srgbClr val="E1E9EC"/>
                </a:solidFill>
              </a:defRPr>
            </a:lvl2pPr>
            <a:lvl3pPr>
              <a:defRPr sz="2550" b="1">
                <a:solidFill>
                  <a:srgbClr val="E1E9EC"/>
                </a:solidFill>
              </a:defRPr>
            </a:lvl3pPr>
            <a:lvl4pPr>
              <a:defRPr sz="2550" b="1">
                <a:solidFill>
                  <a:srgbClr val="E1E9EC"/>
                </a:solidFill>
              </a:defRPr>
            </a:lvl4pPr>
            <a:lvl5pPr>
              <a:defRPr sz="2550" b="1">
                <a:solidFill>
                  <a:srgbClr val="E1E9EC"/>
                </a:solidFill>
              </a:defRPr>
            </a:lvl5pPr>
            <a:lvl6pPr>
              <a:defRPr sz="2550" b="1">
                <a:solidFill>
                  <a:srgbClr val="E1E9EC"/>
                </a:solidFill>
              </a:defRPr>
            </a:lvl6pPr>
            <a:lvl7pPr>
              <a:defRPr sz="2550" b="1">
                <a:solidFill>
                  <a:srgbClr val="E1E9EC"/>
                </a:solidFill>
              </a:defRPr>
            </a:lvl7pPr>
            <a:lvl8pPr>
              <a:defRPr sz="2550" b="1">
                <a:solidFill>
                  <a:srgbClr val="E1E9EC"/>
                </a:solidFill>
              </a:defRPr>
            </a:lvl8pPr>
            <a:lvl9pPr>
              <a:defRPr sz="255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1E9EC"/>
                </a:solidFill>
              </a:defRPr>
            </a:pPr>
            <a:r>
              <a:rPr sz="2550" b="1">
                <a:solidFill>
                  <a:srgbClr val="E1E9EC"/>
                </a:solidFill>
              </a:rPr>
              <a:t>One evidence base now powers two analysis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C475F-F290-4ACB-BB40-4B1569EE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7FB591-B1EC-442D-B42B-EE76F8C8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24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92A3A9"/>
                </a:solidFill>
              </a:defRPr>
            </a:defPPr>
            <a:lvl1pPr algn="r">
              <a:defRPr sz="900" b="1">
                <a:solidFill>
                  <a:srgbClr val="92A3A9"/>
                </a:solidFill>
              </a:defRPr>
            </a:lvl1pPr>
            <a:lvl2pPr algn="r">
              <a:defRPr sz="900" b="1">
                <a:solidFill>
                  <a:srgbClr val="92A3A9"/>
                </a:solidFill>
              </a:defRPr>
            </a:lvl2pPr>
            <a:lvl3pPr algn="r">
              <a:defRPr sz="900" b="1">
                <a:solidFill>
                  <a:srgbClr val="92A3A9"/>
                </a:solidFill>
              </a:defRPr>
            </a:lvl3pPr>
            <a:lvl4pPr algn="r">
              <a:defRPr sz="900" b="1">
                <a:solidFill>
                  <a:srgbClr val="92A3A9"/>
                </a:solidFill>
              </a:defRPr>
            </a:lvl4pPr>
            <a:lvl5pPr algn="r">
              <a:defRPr sz="900" b="1">
                <a:solidFill>
                  <a:srgbClr val="92A3A9"/>
                </a:solidFill>
              </a:defRPr>
            </a:lvl5pPr>
            <a:lvl6pPr algn="r">
              <a:defRPr sz="900" b="1">
                <a:solidFill>
                  <a:srgbClr val="92A3A9"/>
                </a:solidFill>
              </a:defRPr>
            </a:lvl6pPr>
            <a:lvl7pPr algn="r">
              <a:defRPr sz="900" b="1">
                <a:solidFill>
                  <a:srgbClr val="92A3A9"/>
                </a:solidFill>
              </a:defRPr>
            </a:lvl7pPr>
            <a:lvl8pPr algn="r">
              <a:defRPr sz="900" b="1">
                <a:solidFill>
                  <a:srgbClr val="92A3A9"/>
                </a:solidFill>
              </a:defRPr>
            </a:lvl8pPr>
            <a:lvl9pPr algn="r">
              <a:defRPr sz="900" b="1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92A3A9"/>
                </a:solidFill>
              </a:defRPr>
            </a:pPr>
            <a:r>
              <a:rPr sz="900" b="1">
                <a:solidFill>
                  <a:srgbClr val="92A3A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77683-7A0E-447F-944B-CD6F3E97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1010900" cy="46863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82329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D16EB-EC6E-43DD-A6B9-91D561B1B8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b1b6e35a64b0e"/>
          <a:srcRect xmlns:a="http://schemas.openxmlformats.org/drawingml/2006/main" l="0" t="1000" r="0" b="39000"/>
          <a:stretch xmlns:a="http://schemas.openxmlformats.org/drawingml/2006/main"/>
        </p:blipFill>
        <p:spPr>
          <a:xfrm xmlns:a="http://schemas.openxmlformats.org/drawingml/2006/main">
            <a:off x="609600" y="1466850"/>
            <a:ext cx="10972800" cy="4648200"/>
          </a:xfrm>
          <a:prstGeom xmlns:a="http://schemas.openxmlformats.org/drawingml/2006/main" prst="roundRect">
            <a:avLst>
              <a:gd name="adj" fmla="val 245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AB939-5B64-487A-8F77-BB353403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8102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281D"/>
          </a:solidFill>
          <a:ln xmlns:a="http://schemas.openxmlformats.org/drawingml/2006/main" w="9525">
            <a:solidFill>
              <a:srgbClr val="66BF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A570C-490A-449E-BB1E-30008570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857875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66BF8B"/>
                </a:solidFill>
              </a:defRPr>
            </a:defPPr>
            <a:lvl1pPr algn="ctr">
              <a:defRPr sz="975" b="1">
                <a:solidFill>
                  <a:srgbClr val="66BF8B"/>
                </a:solidFill>
              </a:defRPr>
            </a:lvl1pPr>
            <a:lvl2pPr algn="ctr">
              <a:defRPr sz="975" b="1">
                <a:solidFill>
                  <a:srgbClr val="66BF8B"/>
                </a:solidFill>
              </a:defRPr>
            </a:lvl2pPr>
            <a:lvl3pPr algn="ctr">
              <a:defRPr sz="975" b="1">
                <a:solidFill>
                  <a:srgbClr val="66BF8B"/>
                </a:solidFill>
              </a:defRPr>
            </a:lvl3pPr>
            <a:lvl4pPr algn="ctr">
              <a:defRPr sz="975" b="1">
                <a:solidFill>
                  <a:srgbClr val="66BF8B"/>
                </a:solidFill>
              </a:defRPr>
            </a:lvl4pPr>
            <a:lvl5pPr algn="ctr">
              <a:defRPr sz="975" b="1">
                <a:solidFill>
                  <a:srgbClr val="66BF8B"/>
                </a:solidFill>
              </a:defRPr>
            </a:lvl5pPr>
            <a:lvl6pPr algn="ctr">
              <a:defRPr sz="975" b="1">
                <a:solidFill>
                  <a:srgbClr val="66BF8B"/>
                </a:solidFill>
              </a:defRPr>
            </a:lvl6pPr>
            <a:lvl7pPr algn="ctr">
              <a:defRPr sz="975" b="1">
                <a:solidFill>
                  <a:srgbClr val="66BF8B"/>
                </a:solidFill>
              </a:defRPr>
            </a:lvl7pPr>
            <a:lvl8pPr algn="ctr">
              <a:defRPr sz="975" b="1">
                <a:solidFill>
                  <a:srgbClr val="66BF8B"/>
                </a:solidFill>
              </a:defRPr>
            </a:lvl8pPr>
            <a:lvl9pPr algn="ctr">
              <a:defRPr sz="975" b="1">
                <a:solidFill>
                  <a:srgbClr val="66BF8B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66BF8B"/>
                </a:solidFill>
              </a:defRPr>
            </a:pPr>
            <a:r>
              <a:rPr sz="975" b="1">
                <a:solidFill>
                  <a:srgbClr val="66BF8B"/>
                </a:solidFill>
              </a:rPr>
              <a:t>DONE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23398A-FF8D-478B-9C9B-579A9E0D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92A3A9"/>
                </a:solidFill>
              </a:defRPr>
            </a:defPPr>
            <a:lvl1pPr>
              <a:defRPr sz="750" b="0">
                <a:solidFill>
                  <a:srgbClr val="92A3A9"/>
                </a:solidFill>
              </a:defRPr>
            </a:lvl1pPr>
            <a:lvl2pPr>
              <a:defRPr sz="750" b="0">
                <a:solidFill>
                  <a:srgbClr val="92A3A9"/>
                </a:solidFill>
              </a:defRPr>
            </a:lvl2pPr>
            <a:lvl3pPr>
              <a:defRPr sz="750" b="0">
                <a:solidFill>
                  <a:srgbClr val="92A3A9"/>
                </a:solidFill>
              </a:defRPr>
            </a:lvl3pPr>
            <a:lvl4pPr>
              <a:defRPr sz="750" b="0">
                <a:solidFill>
                  <a:srgbClr val="92A3A9"/>
                </a:solidFill>
              </a:defRPr>
            </a:lvl4pPr>
            <a:lvl5pPr>
              <a:defRPr sz="750" b="0">
                <a:solidFill>
                  <a:srgbClr val="92A3A9"/>
                </a:solidFill>
              </a:defRPr>
            </a:lvl5pPr>
            <a:lvl6pPr>
              <a:defRPr sz="750" b="0">
                <a:solidFill>
                  <a:srgbClr val="92A3A9"/>
                </a:solidFill>
              </a:defRPr>
            </a:lvl6pPr>
            <a:lvl7pPr>
              <a:defRPr sz="750" b="0">
                <a:solidFill>
                  <a:srgbClr val="92A3A9"/>
                </a:solidFill>
              </a:defRPr>
            </a:lvl7pPr>
            <a:lvl8pPr>
              <a:defRPr sz="750" b="0">
                <a:solidFill>
                  <a:srgbClr val="92A3A9"/>
                </a:solidFill>
              </a:defRPr>
            </a:lvl8pPr>
            <a:lvl9pPr>
              <a:defRPr sz="7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92A3A9"/>
                </a:solidFill>
              </a:defRPr>
            </a:pPr>
            <a:r>
              <a:rPr sz="750" b="0">
                <a:solidFill>
                  <a:srgbClr val="92A3A9"/>
                </a:solidFill>
              </a:rPr>
              <a:t>Source: BioReasoning Capstone.html · verified 18 Oct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016DD-CAFB-4FB3-9C40-EB397D77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92A3A9"/>
                </a:solidFill>
              </a:defRPr>
            </a:defPPr>
            <a:lvl1pPr algn="r">
              <a:defRPr sz="750" b="1">
                <a:solidFill>
                  <a:srgbClr val="92A3A9"/>
                </a:solidFill>
              </a:defRPr>
            </a:lvl1pPr>
            <a:lvl2pPr algn="r">
              <a:defRPr sz="750" b="1">
                <a:solidFill>
                  <a:srgbClr val="92A3A9"/>
                </a:solidFill>
              </a:defRPr>
            </a:lvl2pPr>
            <a:lvl3pPr algn="r">
              <a:defRPr sz="750" b="1">
                <a:solidFill>
                  <a:srgbClr val="92A3A9"/>
                </a:solidFill>
              </a:defRPr>
            </a:lvl3pPr>
            <a:lvl4pPr algn="r">
              <a:defRPr sz="750" b="1">
                <a:solidFill>
                  <a:srgbClr val="92A3A9"/>
                </a:solidFill>
              </a:defRPr>
            </a:lvl4pPr>
            <a:lvl5pPr algn="r">
              <a:defRPr sz="750" b="1">
                <a:solidFill>
                  <a:srgbClr val="92A3A9"/>
                </a:solidFill>
              </a:defRPr>
            </a:lvl5pPr>
            <a:lvl6pPr algn="r">
              <a:defRPr sz="750" b="1">
                <a:solidFill>
                  <a:srgbClr val="92A3A9"/>
                </a:solidFill>
              </a:defRPr>
            </a:lvl6pPr>
            <a:lvl7pPr algn="r">
              <a:defRPr sz="750" b="1">
                <a:solidFill>
                  <a:srgbClr val="92A3A9"/>
                </a:solidFill>
              </a:defRPr>
            </a:lvl7pPr>
            <a:lvl8pPr algn="r">
              <a:defRPr sz="750" b="1">
                <a:solidFill>
                  <a:srgbClr val="92A3A9"/>
                </a:solidFill>
              </a:defRPr>
            </a:lvl8pPr>
            <a:lvl9pPr algn="r">
              <a:defRPr sz="750" b="1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92A3A9"/>
                </a:solidFill>
              </a:defRPr>
            </a:pPr>
            <a:r>
              <a:rPr sz="750" b="1">
                <a:solidFill>
                  <a:srgbClr val="92A3A9"/>
                </a:solidFill>
              </a:rPr>
              <a:t>BT-CAP · 18 OCT 2026</a:t>
            </a:r>
          </a:p>
        </p:txBody>
      </p:sp>
    </p:spTree>
    <p:extLst>
      <p:ext uri="{BB962C8B-B14F-4D97-AF65-F5344CB8AC3E}">
        <p14:creationId xmlns:p14="http://schemas.microsoft.com/office/powerpoint/2010/main" val="1736033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1D1F20-1324-47D2-8BBE-F089208D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6BFC9"/>
                </a:solidFill>
              </a:defRPr>
            </a:defPPr>
            <a:lvl1pPr>
              <a:defRPr sz="975" b="1">
                <a:solidFill>
                  <a:srgbClr val="46BFC9"/>
                </a:solidFill>
              </a:defRPr>
            </a:lvl1pPr>
            <a:lvl2pPr>
              <a:defRPr sz="975" b="1">
                <a:solidFill>
                  <a:srgbClr val="46BFC9"/>
                </a:solidFill>
              </a:defRPr>
            </a:lvl2pPr>
            <a:lvl3pPr>
              <a:defRPr sz="975" b="1">
                <a:solidFill>
                  <a:srgbClr val="46BFC9"/>
                </a:solidFill>
              </a:defRPr>
            </a:lvl3pPr>
            <a:lvl4pPr>
              <a:defRPr sz="975" b="1">
                <a:solidFill>
                  <a:srgbClr val="46BFC9"/>
                </a:solidFill>
              </a:defRPr>
            </a:lvl4pPr>
            <a:lvl5pPr>
              <a:defRPr sz="975" b="1">
                <a:solidFill>
                  <a:srgbClr val="46BFC9"/>
                </a:solidFill>
              </a:defRPr>
            </a:lvl5pPr>
            <a:lvl6pPr>
              <a:defRPr sz="975" b="1">
                <a:solidFill>
                  <a:srgbClr val="46BFC9"/>
                </a:solidFill>
              </a:defRPr>
            </a:lvl6pPr>
            <a:lvl7pPr>
              <a:defRPr sz="975" b="1">
                <a:solidFill>
                  <a:srgbClr val="46BFC9"/>
                </a:solidFill>
              </a:defRPr>
            </a:lvl7pPr>
            <a:lvl8pPr>
              <a:defRPr sz="975" b="1">
                <a:solidFill>
                  <a:srgbClr val="46BFC9"/>
                </a:solidFill>
              </a:defRPr>
            </a:lvl8pPr>
            <a:lvl9pPr>
              <a:defRPr sz="975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46BFC9"/>
                </a:solidFill>
              </a:defRPr>
            </a:pPr>
            <a:r>
              <a:rPr sz="975" b="1">
                <a:solidFill>
                  <a:srgbClr val="46BFC9"/>
                </a:solidFill>
              </a:rPr>
              <a:t>WEEKS 1–3 · GROUNDED REASONING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1D89D-9FAE-4264-880B-CCE20153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1E9EC"/>
                </a:solidFill>
              </a:defRPr>
            </a:defPPr>
            <a:lvl1pPr>
              <a:defRPr sz="2550" b="1">
                <a:solidFill>
                  <a:srgbClr val="E1E9EC"/>
                </a:solidFill>
              </a:defRPr>
            </a:lvl1pPr>
            <a:lvl2pPr>
              <a:defRPr sz="2550" b="1">
                <a:solidFill>
                  <a:srgbClr val="E1E9EC"/>
                </a:solidFill>
              </a:defRPr>
            </a:lvl2pPr>
            <a:lvl3pPr>
              <a:defRPr sz="2550" b="1">
                <a:solidFill>
                  <a:srgbClr val="E1E9EC"/>
                </a:solidFill>
              </a:defRPr>
            </a:lvl3pPr>
            <a:lvl4pPr>
              <a:defRPr sz="2550" b="1">
                <a:solidFill>
                  <a:srgbClr val="E1E9EC"/>
                </a:solidFill>
              </a:defRPr>
            </a:lvl4pPr>
            <a:lvl5pPr>
              <a:defRPr sz="2550" b="1">
                <a:solidFill>
                  <a:srgbClr val="E1E9EC"/>
                </a:solidFill>
              </a:defRPr>
            </a:lvl5pPr>
            <a:lvl6pPr>
              <a:defRPr sz="2550" b="1">
                <a:solidFill>
                  <a:srgbClr val="E1E9EC"/>
                </a:solidFill>
              </a:defRPr>
            </a:lvl6pPr>
            <a:lvl7pPr>
              <a:defRPr sz="2550" b="1">
                <a:solidFill>
                  <a:srgbClr val="E1E9EC"/>
                </a:solidFill>
              </a:defRPr>
            </a:lvl7pPr>
            <a:lvl8pPr>
              <a:defRPr sz="2550" b="1">
                <a:solidFill>
                  <a:srgbClr val="E1E9EC"/>
                </a:solidFill>
              </a:defRPr>
            </a:lvl8pPr>
            <a:lvl9pPr>
              <a:defRPr sz="255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1E9EC"/>
                </a:solidFill>
              </a:defRPr>
            </a:pPr>
            <a:r>
              <a:rPr sz="2550" b="1">
                <a:solidFill>
                  <a:srgbClr val="E1E9EC"/>
                </a:solidFill>
              </a:rPr>
              <a:t>The model writes from retrieved evidence, not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F0026-E6F3-40C5-B4DF-F719B296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4622E-EE43-4C38-B82C-500CB0D4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24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92A3A9"/>
                </a:solidFill>
              </a:defRPr>
            </a:defPPr>
            <a:lvl1pPr algn="r">
              <a:defRPr sz="900" b="1">
                <a:solidFill>
                  <a:srgbClr val="92A3A9"/>
                </a:solidFill>
              </a:defRPr>
            </a:lvl1pPr>
            <a:lvl2pPr algn="r">
              <a:defRPr sz="900" b="1">
                <a:solidFill>
                  <a:srgbClr val="92A3A9"/>
                </a:solidFill>
              </a:defRPr>
            </a:lvl2pPr>
            <a:lvl3pPr algn="r">
              <a:defRPr sz="900" b="1">
                <a:solidFill>
                  <a:srgbClr val="92A3A9"/>
                </a:solidFill>
              </a:defRPr>
            </a:lvl3pPr>
            <a:lvl4pPr algn="r">
              <a:defRPr sz="900" b="1">
                <a:solidFill>
                  <a:srgbClr val="92A3A9"/>
                </a:solidFill>
              </a:defRPr>
            </a:lvl4pPr>
            <a:lvl5pPr algn="r">
              <a:defRPr sz="900" b="1">
                <a:solidFill>
                  <a:srgbClr val="92A3A9"/>
                </a:solidFill>
              </a:defRPr>
            </a:lvl5pPr>
            <a:lvl6pPr algn="r">
              <a:defRPr sz="900" b="1">
                <a:solidFill>
                  <a:srgbClr val="92A3A9"/>
                </a:solidFill>
              </a:defRPr>
            </a:lvl6pPr>
            <a:lvl7pPr algn="r">
              <a:defRPr sz="900" b="1">
                <a:solidFill>
                  <a:srgbClr val="92A3A9"/>
                </a:solidFill>
              </a:defRPr>
            </a:lvl7pPr>
            <a:lvl8pPr algn="r">
              <a:defRPr sz="900" b="1">
                <a:solidFill>
                  <a:srgbClr val="92A3A9"/>
                </a:solidFill>
              </a:defRPr>
            </a:lvl8pPr>
            <a:lvl9pPr algn="r">
              <a:defRPr sz="900" b="1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92A3A9"/>
                </a:solidFill>
              </a:defRPr>
            </a:pPr>
            <a:r>
              <a:rPr sz="900" b="1">
                <a:solidFill>
                  <a:srgbClr val="92A3A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3BDAE-0FF7-42A3-92E7-C4BE174C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71625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D2827-F8E8-4F9B-8D21-B2215822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240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46BFC9"/>
                </a:solidFill>
              </a:defRPr>
            </a:defPPr>
            <a:lvl1pPr>
              <a:defRPr sz="1500" b="1">
                <a:solidFill>
                  <a:srgbClr val="46BFC9"/>
                </a:solidFill>
              </a:defRPr>
            </a:lvl1pPr>
            <a:lvl2pPr>
              <a:defRPr sz="1500" b="1">
                <a:solidFill>
                  <a:srgbClr val="46BFC9"/>
                </a:solidFill>
              </a:defRPr>
            </a:lvl2pPr>
            <a:lvl3pPr>
              <a:defRPr sz="1500" b="1">
                <a:solidFill>
                  <a:srgbClr val="46BFC9"/>
                </a:solidFill>
              </a:defRPr>
            </a:lvl3pPr>
            <a:lvl4pPr>
              <a:defRPr sz="1500" b="1">
                <a:solidFill>
                  <a:srgbClr val="46BFC9"/>
                </a:solidFill>
              </a:defRPr>
            </a:lvl4pPr>
            <a:lvl5pPr>
              <a:defRPr sz="1500" b="1">
                <a:solidFill>
                  <a:srgbClr val="46BFC9"/>
                </a:solidFill>
              </a:defRPr>
            </a:lvl5pPr>
            <a:lvl6pPr>
              <a:defRPr sz="1500" b="1">
                <a:solidFill>
                  <a:srgbClr val="46BFC9"/>
                </a:solidFill>
              </a:defRPr>
            </a:lvl6pPr>
            <a:lvl7pPr>
              <a:defRPr sz="1500" b="1">
                <a:solidFill>
                  <a:srgbClr val="46BFC9"/>
                </a:solidFill>
              </a:defRPr>
            </a:lvl7pPr>
            <a:lvl8pPr>
              <a:defRPr sz="1500" b="1">
                <a:solidFill>
                  <a:srgbClr val="46BFC9"/>
                </a:solidFill>
              </a:defRPr>
            </a:lvl8pPr>
            <a:lvl9pPr>
              <a:defRPr sz="1500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6BFC9"/>
                </a:solidFill>
              </a:defRPr>
            </a:pPr>
            <a:r>
              <a:rPr sz="1500" b="1">
                <a:solidFill>
                  <a:srgbClr val="46BFC9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0CF80-BB76-4023-9597-787643D5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1E9EC"/>
                </a:solidFill>
              </a:defRPr>
            </a:defPPr>
            <a:lvl1pPr>
              <a:defRPr sz="1500" b="1">
                <a:solidFill>
                  <a:srgbClr val="E1E9EC"/>
                </a:solidFill>
              </a:defRPr>
            </a:lvl1pPr>
            <a:lvl2pPr>
              <a:defRPr sz="1500" b="1">
                <a:solidFill>
                  <a:srgbClr val="E1E9EC"/>
                </a:solidFill>
              </a:defRPr>
            </a:lvl2pPr>
            <a:lvl3pPr>
              <a:defRPr sz="1500" b="1">
                <a:solidFill>
                  <a:srgbClr val="E1E9EC"/>
                </a:solidFill>
              </a:defRPr>
            </a:lvl3pPr>
            <a:lvl4pPr>
              <a:defRPr sz="1500" b="1">
                <a:solidFill>
                  <a:srgbClr val="E1E9EC"/>
                </a:solidFill>
              </a:defRPr>
            </a:lvl4pPr>
            <a:lvl5pPr>
              <a:defRPr sz="1500" b="1">
                <a:solidFill>
                  <a:srgbClr val="E1E9EC"/>
                </a:solidFill>
              </a:defRPr>
            </a:lvl5pPr>
            <a:lvl6pPr>
              <a:defRPr sz="1500" b="1">
                <a:solidFill>
                  <a:srgbClr val="E1E9EC"/>
                </a:solidFill>
              </a:defRPr>
            </a:lvl6pPr>
            <a:lvl7pPr>
              <a:defRPr sz="1500" b="1">
                <a:solidFill>
                  <a:srgbClr val="E1E9EC"/>
                </a:solidFill>
              </a:defRPr>
            </a:lvl7pPr>
            <a:lvl8pPr>
              <a:defRPr sz="1500" b="1">
                <a:solidFill>
                  <a:srgbClr val="E1E9EC"/>
                </a:solidFill>
              </a:defRPr>
            </a:lvl8pPr>
            <a:lvl9pPr>
              <a:defRPr sz="150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E1E9EC"/>
                </a:solidFill>
              </a:defRPr>
            </a:pPr>
            <a:r>
              <a:rPr sz="1500" b="1">
                <a:solidFill>
                  <a:srgbClr val="E1E9EC"/>
                </a:solidFill>
              </a:rPr>
              <a:t>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0C12A-9A99-4FDB-BE52-8D891965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2A3A9"/>
                </a:solidFill>
              </a:defRPr>
            </a:defPPr>
            <a:lvl1pPr>
              <a:defRPr sz="1050" b="0">
                <a:solidFill>
                  <a:srgbClr val="92A3A9"/>
                </a:solidFill>
              </a:defRPr>
            </a:lvl1pPr>
            <a:lvl2pPr>
              <a:defRPr sz="1050" b="0">
                <a:solidFill>
                  <a:srgbClr val="92A3A9"/>
                </a:solidFill>
              </a:defRPr>
            </a:lvl2pPr>
            <a:lvl3pPr>
              <a:defRPr sz="1050" b="0">
                <a:solidFill>
                  <a:srgbClr val="92A3A9"/>
                </a:solidFill>
              </a:defRPr>
            </a:lvl3pPr>
            <a:lvl4pPr>
              <a:defRPr sz="1050" b="0">
                <a:solidFill>
                  <a:srgbClr val="92A3A9"/>
                </a:solidFill>
              </a:defRPr>
            </a:lvl4pPr>
            <a:lvl5pPr>
              <a:defRPr sz="1050" b="0">
                <a:solidFill>
                  <a:srgbClr val="92A3A9"/>
                </a:solidFill>
              </a:defRPr>
            </a:lvl5pPr>
            <a:lvl6pPr>
              <a:defRPr sz="1050" b="0">
                <a:solidFill>
                  <a:srgbClr val="92A3A9"/>
                </a:solidFill>
              </a:defRPr>
            </a:lvl6pPr>
            <a:lvl7pPr>
              <a:defRPr sz="1050" b="0">
                <a:solidFill>
                  <a:srgbClr val="92A3A9"/>
                </a:solidFill>
              </a:defRPr>
            </a:lvl7pPr>
            <a:lvl8pPr>
              <a:defRPr sz="1050" b="0">
                <a:solidFill>
                  <a:srgbClr val="92A3A9"/>
                </a:solidFill>
              </a:defRPr>
            </a:lvl8pPr>
            <a:lvl9pPr>
              <a:defRPr sz="10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2A3A9"/>
                </a:solidFill>
              </a:defRPr>
            </a:pPr>
            <a:r>
              <a:rPr sz="1050" b="0">
                <a:solidFill>
                  <a:srgbClr val="92A3A9"/>
                </a:solidFill>
              </a:rPr>
              <a:t>Plain-English biological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7DB20-DA95-49DE-9AA9-41C2DA74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669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3D883-B173-4212-A8B7-6E324930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71625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15CD1-150C-42B5-AE62-63F9BCB4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240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46BFC9"/>
                </a:solidFill>
              </a:defRPr>
            </a:defPPr>
            <a:lvl1pPr>
              <a:defRPr sz="1500" b="1">
                <a:solidFill>
                  <a:srgbClr val="46BFC9"/>
                </a:solidFill>
              </a:defRPr>
            </a:lvl1pPr>
            <a:lvl2pPr>
              <a:defRPr sz="1500" b="1">
                <a:solidFill>
                  <a:srgbClr val="46BFC9"/>
                </a:solidFill>
              </a:defRPr>
            </a:lvl2pPr>
            <a:lvl3pPr>
              <a:defRPr sz="1500" b="1">
                <a:solidFill>
                  <a:srgbClr val="46BFC9"/>
                </a:solidFill>
              </a:defRPr>
            </a:lvl3pPr>
            <a:lvl4pPr>
              <a:defRPr sz="1500" b="1">
                <a:solidFill>
                  <a:srgbClr val="46BFC9"/>
                </a:solidFill>
              </a:defRPr>
            </a:lvl4pPr>
            <a:lvl5pPr>
              <a:defRPr sz="1500" b="1">
                <a:solidFill>
                  <a:srgbClr val="46BFC9"/>
                </a:solidFill>
              </a:defRPr>
            </a:lvl5pPr>
            <a:lvl6pPr>
              <a:defRPr sz="1500" b="1">
                <a:solidFill>
                  <a:srgbClr val="46BFC9"/>
                </a:solidFill>
              </a:defRPr>
            </a:lvl6pPr>
            <a:lvl7pPr>
              <a:defRPr sz="1500" b="1">
                <a:solidFill>
                  <a:srgbClr val="46BFC9"/>
                </a:solidFill>
              </a:defRPr>
            </a:lvl7pPr>
            <a:lvl8pPr>
              <a:defRPr sz="1500" b="1">
                <a:solidFill>
                  <a:srgbClr val="46BFC9"/>
                </a:solidFill>
              </a:defRPr>
            </a:lvl8pPr>
            <a:lvl9pPr>
              <a:defRPr sz="1500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6BFC9"/>
                </a:solidFill>
              </a:defRPr>
            </a:pPr>
            <a:r>
              <a:rPr sz="1500" b="1">
                <a:solidFill>
                  <a:srgbClr val="46BFC9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81411-D73F-4957-A408-429ED976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145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1E9EC"/>
                </a:solidFill>
              </a:defRPr>
            </a:defPPr>
            <a:lvl1pPr>
              <a:defRPr sz="1500" b="1">
                <a:solidFill>
                  <a:srgbClr val="E1E9EC"/>
                </a:solidFill>
              </a:defRPr>
            </a:lvl1pPr>
            <a:lvl2pPr>
              <a:defRPr sz="1500" b="1">
                <a:solidFill>
                  <a:srgbClr val="E1E9EC"/>
                </a:solidFill>
              </a:defRPr>
            </a:lvl2pPr>
            <a:lvl3pPr>
              <a:defRPr sz="1500" b="1">
                <a:solidFill>
                  <a:srgbClr val="E1E9EC"/>
                </a:solidFill>
              </a:defRPr>
            </a:lvl3pPr>
            <a:lvl4pPr>
              <a:defRPr sz="1500" b="1">
                <a:solidFill>
                  <a:srgbClr val="E1E9EC"/>
                </a:solidFill>
              </a:defRPr>
            </a:lvl4pPr>
            <a:lvl5pPr>
              <a:defRPr sz="1500" b="1">
                <a:solidFill>
                  <a:srgbClr val="E1E9EC"/>
                </a:solidFill>
              </a:defRPr>
            </a:lvl5pPr>
            <a:lvl6pPr>
              <a:defRPr sz="1500" b="1">
                <a:solidFill>
                  <a:srgbClr val="E1E9EC"/>
                </a:solidFill>
              </a:defRPr>
            </a:lvl6pPr>
            <a:lvl7pPr>
              <a:defRPr sz="1500" b="1">
                <a:solidFill>
                  <a:srgbClr val="E1E9EC"/>
                </a:solidFill>
              </a:defRPr>
            </a:lvl7pPr>
            <a:lvl8pPr>
              <a:defRPr sz="1500" b="1">
                <a:solidFill>
                  <a:srgbClr val="E1E9EC"/>
                </a:solidFill>
              </a:defRPr>
            </a:lvl8pPr>
            <a:lvl9pPr>
              <a:defRPr sz="150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E1E9EC"/>
                </a:solidFill>
              </a:defRPr>
            </a:pPr>
            <a:r>
              <a:rPr sz="1500" b="1">
                <a:solidFill>
                  <a:srgbClr val="E1E9EC"/>
                </a:solidFill>
              </a:rPr>
              <a:t>Router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DA7E2-7954-4246-9792-B0728D5B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2A3A9"/>
                </a:solidFill>
              </a:defRPr>
            </a:defPPr>
            <a:lvl1pPr>
              <a:defRPr sz="1050" b="0">
                <a:solidFill>
                  <a:srgbClr val="92A3A9"/>
                </a:solidFill>
              </a:defRPr>
            </a:lvl1pPr>
            <a:lvl2pPr>
              <a:defRPr sz="1050" b="0">
                <a:solidFill>
                  <a:srgbClr val="92A3A9"/>
                </a:solidFill>
              </a:defRPr>
            </a:lvl2pPr>
            <a:lvl3pPr>
              <a:defRPr sz="1050" b="0">
                <a:solidFill>
                  <a:srgbClr val="92A3A9"/>
                </a:solidFill>
              </a:defRPr>
            </a:lvl3pPr>
            <a:lvl4pPr>
              <a:defRPr sz="1050" b="0">
                <a:solidFill>
                  <a:srgbClr val="92A3A9"/>
                </a:solidFill>
              </a:defRPr>
            </a:lvl4pPr>
            <a:lvl5pPr>
              <a:defRPr sz="1050" b="0">
                <a:solidFill>
                  <a:srgbClr val="92A3A9"/>
                </a:solidFill>
              </a:defRPr>
            </a:lvl5pPr>
            <a:lvl6pPr>
              <a:defRPr sz="1050" b="0">
                <a:solidFill>
                  <a:srgbClr val="92A3A9"/>
                </a:solidFill>
              </a:defRPr>
            </a:lvl6pPr>
            <a:lvl7pPr>
              <a:defRPr sz="1050" b="0">
                <a:solidFill>
                  <a:srgbClr val="92A3A9"/>
                </a:solidFill>
              </a:defRPr>
            </a:lvl7pPr>
            <a:lvl8pPr>
              <a:defRPr sz="1050" b="0">
                <a:solidFill>
                  <a:srgbClr val="92A3A9"/>
                </a:solidFill>
              </a:defRPr>
            </a:lvl8pPr>
            <a:lvl9pPr>
              <a:defRPr sz="10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2A3A9"/>
                </a:solidFill>
              </a:defRPr>
            </a:pPr>
            <a:r>
              <a:rPr sz="1050" b="0">
                <a:solidFill>
                  <a:srgbClr val="92A3A9"/>
                </a:solidFill>
              </a:rPr>
              <a:t>Selects CellChat, DEG, count, annotation, or rank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43D98-210F-409F-8F91-8EDCF160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669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57B47-1719-44FE-973C-6845F8C8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46BF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05C13-0A1F-458C-BFB7-14504E52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240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46BFC9"/>
                </a:solidFill>
              </a:defRPr>
            </a:defPPr>
            <a:lvl1pPr>
              <a:defRPr sz="1500" b="1">
                <a:solidFill>
                  <a:srgbClr val="46BFC9"/>
                </a:solidFill>
              </a:defRPr>
            </a:lvl1pPr>
            <a:lvl2pPr>
              <a:defRPr sz="1500" b="1">
                <a:solidFill>
                  <a:srgbClr val="46BFC9"/>
                </a:solidFill>
              </a:defRPr>
            </a:lvl2pPr>
            <a:lvl3pPr>
              <a:defRPr sz="1500" b="1">
                <a:solidFill>
                  <a:srgbClr val="46BFC9"/>
                </a:solidFill>
              </a:defRPr>
            </a:lvl3pPr>
            <a:lvl4pPr>
              <a:defRPr sz="1500" b="1">
                <a:solidFill>
                  <a:srgbClr val="46BFC9"/>
                </a:solidFill>
              </a:defRPr>
            </a:lvl4pPr>
            <a:lvl5pPr>
              <a:defRPr sz="1500" b="1">
                <a:solidFill>
                  <a:srgbClr val="46BFC9"/>
                </a:solidFill>
              </a:defRPr>
            </a:lvl5pPr>
            <a:lvl6pPr>
              <a:defRPr sz="1500" b="1">
                <a:solidFill>
                  <a:srgbClr val="46BFC9"/>
                </a:solidFill>
              </a:defRPr>
            </a:lvl6pPr>
            <a:lvl7pPr>
              <a:defRPr sz="1500" b="1">
                <a:solidFill>
                  <a:srgbClr val="46BFC9"/>
                </a:solidFill>
              </a:defRPr>
            </a:lvl7pPr>
            <a:lvl8pPr>
              <a:defRPr sz="1500" b="1">
                <a:solidFill>
                  <a:srgbClr val="46BFC9"/>
                </a:solidFill>
              </a:defRPr>
            </a:lvl8pPr>
            <a:lvl9pPr>
              <a:defRPr sz="1500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6BFC9"/>
                </a:solidFill>
              </a:defRPr>
            </a:pPr>
            <a:r>
              <a:rPr sz="1500" b="1">
                <a:solidFill>
                  <a:srgbClr val="46BFC9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82212-4BB1-4DEA-9B27-06AD82AC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1E9EC"/>
                </a:solidFill>
              </a:defRPr>
            </a:defPPr>
            <a:lvl1pPr>
              <a:defRPr sz="1500" b="1">
                <a:solidFill>
                  <a:srgbClr val="E1E9EC"/>
                </a:solidFill>
              </a:defRPr>
            </a:lvl1pPr>
            <a:lvl2pPr>
              <a:defRPr sz="1500" b="1">
                <a:solidFill>
                  <a:srgbClr val="E1E9EC"/>
                </a:solidFill>
              </a:defRPr>
            </a:lvl2pPr>
            <a:lvl3pPr>
              <a:defRPr sz="1500" b="1">
                <a:solidFill>
                  <a:srgbClr val="E1E9EC"/>
                </a:solidFill>
              </a:defRPr>
            </a:lvl3pPr>
            <a:lvl4pPr>
              <a:defRPr sz="1500" b="1">
                <a:solidFill>
                  <a:srgbClr val="E1E9EC"/>
                </a:solidFill>
              </a:defRPr>
            </a:lvl4pPr>
            <a:lvl5pPr>
              <a:defRPr sz="1500" b="1">
                <a:solidFill>
                  <a:srgbClr val="E1E9EC"/>
                </a:solidFill>
              </a:defRPr>
            </a:lvl5pPr>
            <a:lvl6pPr>
              <a:defRPr sz="1500" b="1">
                <a:solidFill>
                  <a:srgbClr val="E1E9EC"/>
                </a:solidFill>
              </a:defRPr>
            </a:lvl6pPr>
            <a:lvl7pPr>
              <a:defRPr sz="1500" b="1">
                <a:solidFill>
                  <a:srgbClr val="E1E9EC"/>
                </a:solidFill>
              </a:defRPr>
            </a:lvl7pPr>
            <a:lvl8pPr>
              <a:defRPr sz="1500" b="1">
                <a:solidFill>
                  <a:srgbClr val="E1E9EC"/>
                </a:solidFill>
              </a:defRPr>
            </a:lvl8pPr>
            <a:lvl9pPr>
              <a:defRPr sz="150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E1E9EC"/>
                </a:solidFill>
              </a:defRPr>
            </a:pPr>
            <a:r>
              <a:rPr sz="1500" b="1">
                <a:solidFill>
                  <a:srgbClr val="E1E9EC"/>
                </a:solidFill>
              </a:rPr>
              <a:t>Trace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A1DB6-1B13-441C-8AA0-B2624AA8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57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2A3A9"/>
                </a:solidFill>
              </a:defRPr>
            </a:defPPr>
            <a:lvl1pPr>
              <a:defRPr sz="1050" b="0">
                <a:solidFill>
                  <a:srgbClr val="92A3A9"/>
                </a:solidFill>
              </a:defRPr>
            </a:lvl1pPr>
            <a:lvl2pPr>
              <a:defRPr sz="1050" b="0">
                <a:solidFill>
                  <a:srgbClr val="92A3A9"/>
                </a:solidFill>
              </a:defRPr>
            </a:lvl2pPr>
            <a:lvl3pPr>
              <a:defRPr sz="1050" b="0">
                <a:solidFill>
                  <a:srgbClr val="92A3A9"/>
                </a:solidFill>
              </a:defRPr>
            </a:lvl3pPr>
            <a:lvl4pPr>
              <a:defRPr sz="1050" b="0">
                <a:solidFill>
                  <a:srgbClr val="92A3A9"/>
                </a:solidFill>
              </a:defRPr>
            </a:lvl4pPr>
            <a:lvl5pPr>
              <a:defRPr sz="1050" b="0">
                <a:solidFill>
                  <a:srgbClr val="92A3A9"/>
                </a:solidFill>
              </a:defRPr>
            </a:lvl5pPr>
            <a:lvl6pPr>
              <a:defRPr sz="1050" b="0">
                <a:solidFill>
                  <a:srgbClr val="92A3A9"/>
                </a:solidFill>
              </a:defRPr>
            </a:lvl6pPr>
            <a:lvl7pPr>
              <a:defRPr sz="1050" b="0">
                <a:solidFill>
                  <a:srgbClr val="92A3A9"/>
                </a:solidFill>
              </a:defRPr>
            </a:lvl7pPr>
            <a:lvl8pPr>
              <a:defRPr sz="1050" b="0">
                <a:solidFill>
                  <a:srgbClr val="92A3A9"/>
                </a:solidFill>
              </a:defRPr>
            </a:lvl8pPr>
            <a:lvl9pPr>
              <a:defRPr sz="10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2A3A9"/>
                </a:solidFill>
              </a:defRPr>
            </a:pPr>
            <a:r>
              <a:rPr sz="1050" b="0">
                <a:solidFill>
                  <a:srgbClr val="92A3A9"/>
                </a:solidFill>
              </a:rPr>
              <a:t>Rows, filters, and source file are preserved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BB396-C0F5-44BC-8D65-942A1210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669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BEB348-D0C8-459A-A213-7E04280F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71625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9CCCB-8BDB-4E33-8C0E-1A5B157A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24025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46BFC9"/>
                </a:solidFill>
              </a:defRPr>
            </a:defPPr>
            <a:lvl1pPr>
              <a:defRPr sz="1500" b="1">
                <a:solidFill>
                  <a:srgbClr val="46BFC9"/>
                </a:solidFill>
              </a:defRPr>
            </a:lvl1pPr>
            <a:lvl2pPr>
              <a:defRPr sz="1500" b="1">
                <a:solidFill>
                  <a:srgbClr val="46BFC9"/>
                </a:solidFill>
              </a:defRPr>
            </a:lvl2pPr>
            <a:lvl3pPr>
              <a:defRPr sz="1500" b="1">
                <a:solidFill>
                  <a:srgbClr val="46BFC9"/>
                </a:solidFill>
              </a:defRPr>
            </a:lvl3pPr>
            <a:lvl4pPr>
              <a:defRPr sz="1500" b="1">
                <a:solidFill>
                  <a:srgbClr val="46BFC9"/>
                </a:solidFill>
              </a:defRPr>
            </a:lvl4pPr>
            <a:lvl5pPr>
              <a:defRPr sz="1500" b="1">
                <a:solidFill>
                  <a:srgbClr val="46BFC9"/>
                </a:solidFill>
              </a:defRPr>
            </a:lvl5pPr>
            <a:lvl6pPr>
              <a:defRPr sz="1500" b="1">
                <a:solidFill>
                  <a:srgbClr val="46BFC9"/>
                </a:solidFill>
              </a:defRPr>
            </a:lvl6pPr>
            <a:lvl7pPr>
              <a:defRPr sz="1500" b="1">
                <a:solidFill>
                  <a:srgbClr val="46BFC9"/>
                </a:solidFill>
              </a:defRPr>
            </a:lvl7pPr>
            <a:lvl8pPr>
              <a:defRPr sz="1500" b="1">
                <a:solidFill>
                  <a:srgbClr val="46BFC9"/>
                </a:solidFill>
              </a:defRPr>
            </a:lvl8pPr>
            <a:lvl9pPr>
              <a:defRPr sz="1500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6BFC9"/>
                </a:solidFill>
              </a:defRPr>
            </a:pPr>
            <a:r>
              <a:rPr sz="1500" b="1">
                <a:solidFill>
                  <a:srgbClr val="46BFC9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878DB9-907E-47A3-9F58-C1D09021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145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1E9EC"/>
                </a:solidFill>
              </a:defRPr>
            </a:defPPr>
            <a:lvl1pPr>
              <a:defRPr sz="1500" b="1">
                <a:solidFill>
                  <a:srgbClr val="E1E9EC"/>
                </a:solidFill>
              </a:defRPr>
            </a:lvl1pPr>
            <a:lvl2pPr>
              <a:defRPr sz="1500" b="1">
                <a:solidFill>
                  <a:srgbClr val="E1E9EC"/>
                </a:solidFill>
              </a:defRPr>
            </a:lvl2pPr>
            <a:lvl3pPr>
              <a:defRPr sz="1500" b="1">
                <a:solidFill>
                  <a:srgbClr val="E1E9EC"/>
                </a:solidFill>
              </a:defRPr>
            </a:lvl3pPr>
            <a:lvl4pPr>
              <a:defRPr sz="1500" b="1">
                <a:solidFill>
                  <a:srgbClr val="E1E9EC"/>
                </a:solidFill>
              </a:defRPr>
            </a:lvl4pPr>
            <a:lvl5pPr>
              <a:defRPr sz="1500" b="1">
                <a:solidFill>
                  <a:srgbClr val="E1E9EC"/>
                </a:solidFill>
              </a:defRPr>
            </a:lvl5pPr>
            <a:lvl6pPr>
              <a:defRPr sz="1500" b="1">
                <a:solidFill>
                  <a:srgbClr val="E1E9EC"/>
                </a:solidFill>
              </a:defRPr>
            </a:lvl6pPr>
            <a:lvl7pPr>
              <a:defRPr sz="1500" b="1">
                <a:solidFill>
                  <a:srgbClr val="E1E9EC"/>
                </a:solidFill>
              </a:defRPr>
            </a:lvl7pPr>
            <a:lvl8pPr>
              <a:defRPr sz="1500" b="1">
                <a:solidFill>
                  <a:srgbClr val="E1E9EC"/>
                </a:solidFill>
              </a:defRPr>
            </a:lvl8pPr>
            <a:lvl9pPr>
              <a:defRPr sz="150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E1E9EC"/>
                </a:solidFill>
              </a:defRPr>
            </a:pPr>
            <a:r>
              <a:rPr sz="1500" b="1">
                <a:solidFill>
                  <a:srgbClr val="E1E9EC"/>
                </a:solidFill>
              </a:rPr>
              <a:t>Answer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F7397D-BDEA-4C5F-B1DC-30D509CC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57400"/>
            <a:ext cx="2038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92A3A9"/>
                </a:solidFill>
              </a:defRPr>
            </a:defPPr>
            <a:lvl1pPr>
              <a:defRPr sz="1050" b="0">
                <a:solidFill>
                  <a:srgbClr val="92A3A9"/>
                </a:solidFill>
              </a:defRPr>
            </a:lvl1pPr>
            <a:lvl2pPr>
              <a:defRPr sz="1050" b="0">
                <a:solidFill>
                  <a:srgbClr val="92A3A9"/>
                </a:solidFill>
              </a:defRPr>
            </a:lvl2pPr>
            <a:lvl3pPr>
              <a:defRPr sz="1050" b="0">
                <a:solidFill>
                  <a:srgbClr val="92A3A9"/>
                </a:solidFill>
              </a:defRPr>
            </a:lvl3pPr>
            <a:lvl4pPr>
              <a:defRPr sz="1050" b="0">
                <a:solidFill>
                  <a:srgbClr val="92A3A9"/>
                </a:solidFill>
              </a:defRPr>
            </a:lvl4pPr>
            <a:lvl5pPr>
              <a:defRPr sz="1050" b="0">
                <a:solidFill>
                  <a:srgbClr val="92A3A9"/>
                </a:solidFill>
              </a:defRPr>
            </a:lvl5pPr>
            <a:lvl6pPr>
              <a:defRPr sz="1050" b="0">
                <a:solidFill>
                  <a:srgbClr val="92A3A9"/>
                </a:solidFill>
              </a:defRPr>
            </a:lvl6pPr>
            <a:lvl7pPr>
              <a:defRPr sz="1050" b="0">
                <a:solidFill>
                  <a:srgbClr val="92A3A9"/>
                </a:solidFill>
              </a:defRPr>
            </a:lvl7pPr>
            <a:lvl8pPr>
              <a:defRPr sz="1050" b="0">
                <a:solidFill>
                  <a:srgbClr val="92A3A9"/>
                </a:solidFill>
              </a:defRPr>
            </a:lvl8pPr>
            <a:lvl9pPr>
              <a:defRPr sz="10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92A3A9"/>
                </a:solidFill>
              </a:defRPr>
            </a:pPr>
            <a:r>
              <a:rPr sz="1050" b="0">
                <a:solidFill>
                  <a:srgbClr val="92A3A9"/>
                </a:solidFill>
              </a:rPr>
              <a:t>Extractive or MedGemma response stays tied to the 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F6F19F-48AD-473C-AA16-3830E10E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6181725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82329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831140-8CF6-42AF-9EA2-6A51BF2B0E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384b30de04035"/>
          <a:srcRect xmlns:a="http://schemas.openxmlformats.org/drawingml/2006/main" l="42000" t="3000" r="0" b="6000"/>
          <a:stretch xmlns:a="http://schemas.openxmlformats.org/drawingml/2006/main"/>
        </p:blipFill>
        <p:spPr>
          <a:xfrm xmlns:a="http://schemas.openxmlformats.org/drawingml/2006/main">
            <a:off x="628650" y="3009900"/>
            <a:ext cx="6143625" cy="3105150"/>
          </a:xfrm>
          <a:prstGeom xmlns:a="http://schemas.openxmlformats.org/drawingml/2006/main" prst="roundRect">
            <a:avLst>
              <a:gd name="adj" fmla="val 3681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27969-C06D-4658-AB9A-21CD10BD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09900"/>
            <a:ext cx="445770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BE538-C5BF-4F93-96FC-67F9421F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95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1E9EC"/>
                </a:solidFill>
              </a:defRPr>
            </a:defPPr>
            <a:lvl1pPr>
              <a:defRPr sz="1800" b="1">
                <a:solidFill>
                  <a:srgbClr val="E1E9EC"/>
                </a:solidFill>
              </a:defRPr>
            </a:lvl1pPr>
            <a:lvl2pPr>
              <a:defRPr sz="1800" b="1">
                <a:solidFill>
                  <a:srgbClr val="E1E9EC"/>
                </a:solidFill>
              </a:defRPr>
            </a:lvl2pPr>
            <a:lvl3pPr>
              <a:defRPr sz="1800" b="1">
                <a:solidFill>
                  <a:srgbClr val="E1E9EC"/>
                </a:solidFill>
              </a:defRPr>
            </a:lvl3pPr>
            <a:lvl4pPr>
              <a:defRPr sz="1800" b="1">
                <a:solidFill>
                  <a:srgbClr val="E1E9EC"/>
                </a:solidFill>
              </a:defRPr>
            </a:lvl4pPr>
            <a:lvl5pPr>
              <a:defRPr sz="1800" b="1">
                <a:solidFill>
                  <a:srgbClr val="E1E9EC"/>
                </a:solidFill>
              </a:defRPr>
            </a:lvl5pPr>
            <a:lvl6pPr>
              <a:defRPr sz="1800" b="1">
                <a:solidFill>
                  <a:srgbClr val="E1E9EC"/>
                </a:solidFill>
              </a:defRPr>
            </a:lvl6pPr>
            <a:lvl7pPr>
              <a:defRPr sz="1800" b="1">
                <a:solidFill>
                  <a:srgbClr val="E1E9EC"/>
                </a:solidFill>
              </a:defRPr>
            </a:lvl7pPr>
            <a:lvl8pPr>
              <a:defRPr sz="1800" b="1">
                <a:solidFill>
                  <a:srgbClr val="E1E9EC"/>
                </a:solidFill>
              </a:defRPr>
            </a:lvl8pPr>
            <a:lvl9pPr>
              <a:defRPr sz="180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1E9EC"/>
                </a:solidFill>
              </a:defRPr>
            </a:pPr>
            <a:r>
              <a:rPr sz="1800" b="1">
                <a:solidFill>
                  <a:srgbClr val="E1E9EC"/>
                </a:solidFill>
              </a:rPr>
              <a:t>Why this matters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130925-67CA-40C6-96AD-3CC602EC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B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472BCC-E306-4896-9D9D-33F8DCB9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0000"/>
            <a:ext cx="350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1E9EC"/>
                </a:solidFill>
              </a:defRPr>
            </a:defPPr>
            <a:lvl1pPr>
              <a:defRPr sz="1425" b="0">
                <a:solidFill>
                  <a:srgbClr val="E1E9EC"/>
                </a:solidFill>
              </a:defRPr>
            </a:lvl1pPr>
            <a:lvl2pPr>
              <a:defRPr sz="1425" b="0">
                <a:solidFill>
                  <a:srgbClr val="E1E9EC"/>
                </a:solidFill>
              </a:defRPr>
            </a:lvl2pPr>
            <a:lvl3pPr>
              <a:defRPr sz="1425" b="0">
                <a:solidFill>
                  <a:srgbClr val="E1E9EC"/>
                </a:solidFill>
              </a:defRPr>
            </a:lvl3pPr>
            <a:lvl4pPr>
              <a:defRPr sz="1425" b="0">
                <a:solidFill>
                  <a:srgbClr val="E1E9EC"/>
                </a:solidFill>
              </a:defRPr>
            </a:lvl4pPr>
            <a:lvl5pPr>
              <a:defRPr sz="1425" b="0">
                <a:solidFill>
                  <a:srgbClr val="E1E9EC"/>
                </a:solidFill>
              </a:defRPr>
            </a:lvl5pPr>
            <a:lvl6pPr>
              <a:defRPr sz="1425" b="0">
                <a:solidFill>
                  <a:srgbClr val="E1E9EC"/>
                </a:solidFill>
              </a:defRPr>
            </a:lvl6pPr>
            <a:lvl7pPr>
              <a:defRPr sz="1425" b="0">
                <a:solidFill>
                  <a:srgbClr val="E1E9EC"/>
                </a:solidFill>
              </a:defRPr>
            </a:lvl7pPr>
            <a:lvl8pPr>
              <a:defRPr sz="1425" b="0">
                <a:solidFill>
                  <a:srgbClr val="E1E9EC"/>
                </a:solidFill>
              </a:defRPr>
            </a:lvl8pPr>
            <a:lvl9pPr>
              <a:defRPr sz="1425" b="0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1E9EC"/>
                </a:solidFill>
              </a:defRPr>
            </a:pPr>
            <a:r>
              <a:rPr sz="1425" b="0">
                <a:solidFill>
                  <a:srgbClr val="E1E9EC"/>
                </a:solidFill>
              </a:rPr>
              <a:t>The trace shows which lookup fired and what filters were used.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6AE8EF-C3BA-4FFE-BB99-2D6CD74B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00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B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306012-16DB-446A-AFCB-BBD59D77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24375"/>
            <a:ext cx="350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1E9EC"/>
                </a:solidFill>
              </a:defRPr>
            </a:defPPr>
            <a:lvl1pPr>
              <a:defRPr sz="1425" b="0">
                <a:solidFill>
                  <a:srgbClr val="E1E9EC"/>
                </a:solidFill>
              </a:defRPr>
            </a:lvl1pPr>
            <a:lvl2pPr>
              <a:defRPr sz="1425" b="0">
                <a:solidFill>
                  <a:srgbClr val="E1E9EC"/>
                </a:solidFill>
              </a:defRPr>
            </a:lvl2pPr>
            <a:lvl3pPr>
              <a:defRPr sz="1425" b="0">
                <a:solidFill>
                  <a:srgbClr val="E1E9EC"/>
                </a:solidFill>
              </a:defRPr>
            </a:lvl3pPr>
            <a:lvl4pPr>
              <a:defRPr sz="1425" b="0">
                <a:solidFill>
                  <a:srgbClr val="E1E9EC"/>
                </a:solidFill>
              </a:defRPr>
            </a:lvl4pPr>
            <a:lvl5pPr>
              <a:defRPr sz="1425" b="0">
                <a:solidFill>
                  <a:srgbClr val="E1E9EC"/>
                </a:solidFill>
              </a:defRPr>
            </a:lvl5pPr>
            <a:lvl6pPr>
              <a:defRPr sz="1425" b="0">
                <a:solidFill>
                  <a:srgbClr val="E1E9EC"/>
                </a:solidFill>
              </a:defRPr>
            </a:lvl6pPr>
            <a:lvl7pPr>
              <a:defRPr sz="1425" b="0">
                <a:solidFill>
                  <a:srgbClr val="E1E9EC"/>
                </a:solidFill>
              </a:defRPr>
            </a:lvl7pPr>
            <a:lvl8pPr>
              <a:defRPr sz="1425" b="0">
                <a:solidFill>
                  <a:srgbClr val="E1E9EC"/>
                </a:solidFill>
              </a:defRPr>
            </a:lvl8pPr>
            <a:lvl9pPr>
              <a:defRPr sz="1425" b="0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1E9EC"/>
                </a:solidFill>
              </a:defRPr>
            </a:pPr>
            <a:r>
              <a:rPr sz="1425" b="0">
                <a:solidFill>
                  <a:srgbClr val="E1E9EC"/>
                </a:solidFill>
              </a:rPr>
              <a:t>Cached MedGemma answers are replayed without a new provider call.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DC05B9-E5E0-4734-9721-649AB88D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314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CB6DB1-2EBE-4758-AAA9-A041022B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38750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1E9EC"/>
                </a:solidFill>
              </a:defRPr>
            </a:defPPr>
            <a:lvl1pPr>
              <a:defRPr sz="1425" b="0">
                <a:solidFill>
                  <a:srgbClr val="E1E9EC"/>
                </a:solidFill>
              </a:defRPr>
            </a:lvl1pPr>
            <a:lvl2pPr>
              <a:defRPr sz="1425" b="0">
                <a:solidFill>
                  <a:srgbClr val="E1E9EC"/>
                </a:solidFill>
              </a:defRPr>
            </a:lvl2pPr>
            <a:lvl3pPr>
              <a:defRPr sz="1425" b="0">
                <a:solidFill>
                  <a:srgbClr val="E1E9EC"/>
                </a:solidFill>
              </a:defRPr>
            </a:lvl3pPr>
            <a:lvl4pPr>
              <a:defRPr sz="1425" b="0">
                <a:solidFill>
                  <a:srgbClr val="E1E9EC"/>
                </a:solidFill>
              </a:defRPr>
            </a:lvl4pPr>
            <a:lvl5pPr>
              <a:defRPr sz="1425" b="0">
                <a:solidFill>
                  <a:srgbClr val="E1E9EC"/>
                </a:solidFill>
              </a:defRPr>
            </a:lvl5pPr>
            <a:lvl6pPr>
              <a:defRPr sz="1425" b="0">
                <a:solidFill>
                  <a:srgbClr val="E1E9EC"/>
                </a:solidFill>
              </a:defRPr>
            </a:lvl6pPr>
            <a:lvl7pPr>
              <a:defRPr sz="1425" b="0">
                <a:solidFill>
                  <a:srgbClr val="E1E9EC"/>
                </a:solidFill>
              </a:defRPr>
            </a:lvl7pPr>
            <a:lvl8pPr>
              <a:defRPr sz="1425" b="0">
                <a:solidFill>
                  <a:srgbClr val="E1E9EC"/>
                </a:solidFill>
              </a:defRPr>
            </a:lvl8pPr>
            <a:lvl9pPr>
              <a:defRPr sz="1425" b="0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1E9EC"/>
                </a:solidFill>
              </a:defRPr>
            </a:pPr>
            <a:r>
              <a:rPr sz="1425" b="0">
                <a:solidFill>
                  <a:srgbClr val="E1E9EC"/>
                </a:solidFill>
              </a:rPr>
              <a:t>Unsupported questions return “not in the tables.”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BE4B9D-1370-4CFC-A47F-19CB1B4E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92A3A9"/>
                </a:solidFill>
              </a:defRPr>
            </a:defPPr>
            <a:lvl1pPr>
              <a:defRPr sz="750" b="0">
                <a:solidFill>
                  <a:srgbClr val="92A3A9"/>
                </a:solidFill>
              </a:defRPr>
            </a:lvl1pPr>
            <a:lvl2pPr>
              <a:defRPr sz="750" b="0">
                <a:solidFill>
                  <a:srgbClr val="92A3A9"/>
                </a:solidFill>
              </a:defRPr>
            </a:lvl2pPr>
            <a:lvl3pPr>
              <a:defRPr sz="750" b="0">
                <a:solidFill>
                  <a:srgbClr val="92A3A9"/>
                </a:solidFill>
              </a:defRPr>
            </a:lvl3pPr>
            <a:lvl4pPr>
              <a:defRPr sz="750" b="0">
                <a:solidFill>
                  <a:srgbClr val="92A3A9"/>
                </a:solidFill>
              </a:defRPr>
            </a:lvl4pPr>
            <a:lvl5pPr>
              <a:defRPr sz="750" b="0">
                <a:solidFill>
                  <a:srgbClr val="92A3A9"/>
                </a:solidFill>
              </a:defRPr>
            </a:lvl5pPr>
            <a:lvl6pPr>
              <a:defRPr sz="750" b="0">
                <a:solidFill>
                  <a:srgbClr val="92A3A9"/>
                </a:solidFill>
              </a:defRPr>
            </a:lvl6pPr>
            <a:lvl7pPr>
              <a:defRPr sz="750" b="0">
                <a:solidFill>
                  <a:srgbClr val="92A3A9"/>
                </a:solidFill>
              </a:defRPr>
            </a:lvl7pPr>
            <a:lvl8pPr>
              <a:defRPr sz="750" b="0">
                <a:solidFill>
                  <a:srgbClr val="92A3A9"/>
                </a:solidFill>
              </a:defRPr>
            </a:lvl8pPr>
            <a:lvl9pPr>
              <a:defRPr sz="7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92A3A9"/>
                </a:solidFill>
              </a:defRPr>
            </a:pPr>
            <a:r>
              <a:rPr sz="750" b="0">
                <a:solidFill>
                  <a:srgbClr val="92A3A9"/>
                </a:solidFill>
              </a:rPr>
              <a:t>Sources: fall_semester/questions.md · WEEK6_PORTAL_REPORT.md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D9E7AD-9CF5-4A6E-8EBF-B88E13CB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92A3A9"/>
                </a:solidFill>
              </a:defRPr>
            </a:defPPr>
            <a:lvl1pPr algn="r">
              <a:defRPr sz="750" b="1">
                <a:solidFill>
                  <a:srgbClr val="92A3A9"/>
                </a:solidFill>
              </a:defRPr>
            </a:lvl1pPr>
            <a:lvl2pPr algn="r">
              <a:defRPr sz="750" b="1">
                <a:solidFill>
                  <a:srgbClr val="92A3A9"/>
                </a:solidFill>
              </a:defRPr>
            </a:lvl2pPr>
            <a:lvl3pPr algn="r">
              <a:defRPr sz="750" b="1">
                <a:solidFill>
                  <a:srgbClr val="92A3A9"/>
                </a:solidFill>
              </a:defRPr>
            </a:lvl3pPr>
            <a:lvl4pPr algn="r">
              <a:defRPr sz="750" b="1">
                <a:solidFill>
                  <a:srgbClr val="92A3A9"/>
                </a:solidFill>
              </a:defRPr>
            </a:lvl4pPr>
            <a:lvl5pPr algn="r">
              <a:defRPr sz="750" b="1">
                <a:solidFill>
                  <a:srgbClr val="92A3A9"/>
                </a:solidFill>
              </a:defRPr>
            </a:lvl5pPr>
            <a:lvl6pPr algn="r">
              <a:defRPr sz="750" b="1">
                <a:solidFill>
                  <a:srgbClr val="92A3A9"/>
                </a:solidFill>
              </a:defRPr>
            </a:lvl6pPr>
            <a:lvl7pPr algn="r">
              <a:defRPr sz="750" b="1">
                <a:solidFill>
                  <a:srgbClr val="92A3A9"/>
                </a:solidFill>
              </a:defRPr>
            </a:lvl7pPr>
            <a:lvl8pPr algn="r">
              <a:defRPr sz="750" b="1">
                <a:solidFill>
                  <a:srgbClr val="92A3A9"/>
                </a:solidFill>
              </a:defRPr>
            </a:lvl8pPr>
            <a:lvl9pPr algn="r">
              <a:defRPr sz="750" b="1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92A3A9"/>
                </a:solidFill>
              </a:defRPr>
            </a:pPr>
            <a:r>
              <a:rPr sz="750" b="1">
                <a:solidFill>
                  <a:srgbClr val="92A3A9"/>
                </a:solidFill>
              </a:rPr>
              <a:t>BT-CAP · 18 OCT 2026</a:t>
            </a:r>
          </a:p>
        </p:txBody>
      </p:sp>
    </p:spTree>
    <p:extLst>
      <p:ext uri="{BB962C8B-B14F-4D97-AF65-F5344CB8AC3E}">
        <p14:creationId xmlns:p14="http://schemas.microsoft.com/office/powerpoint/2010/main" val="450097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97E445-3CA2-4766-A339-6B8EC88D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6BFC9"/>
                </a:solidFill>
              </a:defRPr>
            </a:defPPr>
            <a:lvl1pPr>
              <a:defRPr sz="975" b="1">
                <a:solidFill>
                  <a:srgbClr val="46BFC9"/>
                </a:solidFill>
              </a:defRPr>
            </a:lvl1pPr>
            <a:lvl2pPr>
              <a:defRPr sz="975" b="1">
                <a:solidFill>
                  <a:srgbClr val="46BFC9"/>
                </a:solidFill>
              </a:defRPr>
            </a:lvl2pPr>
            <a:lvl3pPr>
              <a:defRPr sz="975" b="1">
                <a:solidFill>
                  <a:srgbClr val="46BFC9"/>
                </a:solidFill>
              </a:defRPr>
            </a:lvl3pPr>
            <a:lvl4pPr>
              <a:defRPr sz="975" b="1">
                <a:solidFill>
                  <a:srgbClr val="46BFC9"/>
                </a:solidFill>
              </a:defRPr>
            </a:lvl4pPr>
            <a:lvl5pPr>
              <a:defRPr sz="975" b="1">
                <a:solidFill>
                  <a:srgbClr val="46BFC9"/>
                </a:solidFill>
              </a:defRPr>
            </a:lvl5pPr>
            <a:lvl6pPr>
              <a:defRPr sz="975" b="1">
                <a:solidFill>
                  <a:srgbClr val="46BFC9"/>
                </a:solidFill>
              </a:defRPr>
            </a:lvl6pPr>
            <a:lvl7pPr>
              <a:defRPr sz="975" b="1">
                <a:solidFill>
                  <a:srgbClr val="46BFC9"/>
                </a:solidFill>
              </a:defRPr>
            </a:lvl7pPr>
            <a:lvl8pPr>
              <a:defRPr sz="975" b="1">
                <a:solidFill>
                  <a:srgbClr val="46BFC9"/>
                </a:solidFill>
              </a:defRPr>
            </a:lvl8pPr>
            <a:lvl9pPr>
              <a:defRPr sz="975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46BFC9"/>
                </a:solidFill>
              </a:defRPr>
            </a:pPr>
            <a:r>
              <a:rPr sz="975" b="1">
                <a:solidFill>
                  <a:srgbClr val="46BFC9"/>
                </a:solidFill>
              </a:rPr>
              <a:t>WEEKS 4–5 · NOMINATION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FA9CF-AB1F-416F-9F72-C8235C82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1E9EC"/>
                </a:solidFill>
              </a:defRPr>
            </a:defPPr>
            <a:lvl1pPr>
              <a:defRPr sz="2550" b="1">
                <a:solidFill>
                  <a:srgbClr val="E1E9EC"/>
                </a:solidFill>
              </a:defRPr>
            </a:lvl1pPr>
            <a:lvl2pPr>
              <a:defRPr sz="2550" b="1">
                <a:solidFill>
                  <a:srgbClr val="E1E9EC"/>
                </a:solidFill>
              </a:defRPr>
            </a:lvl2pPr>
            <a:lvl3pPr>
              <a:defRPr sz="2550" b="1">
                <a:solidFill>
                  <a:srgbClr val="E1E9EC"/>
                </a:solidFill>
              </a:defRPr>
            </a:lvl3pPr>
            <a:lvl4pPr>
              <a:defRPr sz="2550" b="1">
                <a:solidFill>
                  <a:srgbClr val="E1E9EC"/>
                </a:solidFill>
              </a:defRPr>
            </a:lvl4pPr>
            <a:lvl5pPr>
              <a:defRPr sz="2550" b="1">
                <a:solidFill>
                  <a:srgbClr val="E1E9EC"/>
                </a:solidFill>
              </a:defRPr>
            </a:lvl5pPr>
            <a:lvl6pPr>
              <a:defRPr sz="2550" b="1">
                <a:solidFill>
                  <a:srgbClr val="E1E9EC"/>
                </a:solidFill>
              </a:defRPr>
            </a:lvl6pPr>
            <a:lvl7pPr>
              <a:defRPr sz="2550" b="1">
                <a:solidFill>
                  <a:srgbClr val="E1E9EC"/>
                </a:solidFill>
              </a:defRPr>
            </a:lvl7pPr>
            <a:lvl8pPr>
              <a:defRPr sz="2550" b="1">
                <a:solidFill>
                  <a:srgbClr val="E1E9EC"/>
                </a:solidFill>
              </a:defRPr>
            </a:lvl8pPr>
            <a:lvl9pPr>
              <a:defRPr sz="255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1E9EC"/>
                </a:solidFill>
              </a:defRPr>
            </a:pPr>
            <a:r>
              <a:rPr sz="2550" b="1">
                <a:solidFill>
                  <a:srgbClr val="E1E9EC"/>
                </a:solidFill>
              </a:rPr>
              <a:t>scETM context improves both held-out gene rankers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0A8903-8B0E-4E27-ACD4-B4E8EDDC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47175-C37B-447D-A86C-83773F98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24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92A3A9"/>
                </a:solidFill>
              </a:defRPr>
            </a:defPPr>
            <a:lvl1pPr algn="r">
              <a:defRPr sz="900" b="1">
                <a:solidFill>
                  <a:srgbClr val="92A3A9"/>
                </a:solidFill>
              </a:defRPr>
            </a:lvl1pPr>
            <a:lvl2pPr algn="r">
              <a:defRPr sz="900" b="1">
                <a:solidFill>
                  <a:srgbClr val="92A3A9"/>
                </a:solidFill>
              </a:defRPr>
            </a:lvl2pPr>
            <a:lvl3pPr algn="r">
              <a:defRPr sz="900" b="1">
                <a:solidFill>
                  <a:srgbClr val="92A3A9"/>
                </a:solidFill>
              </a:defRPr>
            </a:lvl3pPr>
            <a:lvl4pPr algn="r">
              <a:defRPr sz="900" b="1">
                <a:solidFill>
                  <a:srgbClr val="92A3A9"/>
                </a:solidFill>
              </a:defRPr>
            </a:lvl4pPr>
            <a:lvl5pPr algn="r">
              <a:defRPr sz="900" b="1">
                <a:solidFill>
                  <a:srgbClr val="92A3A9"/>
                </a:solidFill>
              </a:defRPr>
            </a:lvl5pPr>
            <a:lvl6pPr algn="r">
              <a:defRPr sz="900" b="1">
                <a:solidFill>
                  <a:srgbClr val="92A3A9"/>
                </a:solidFill>
              </a:defRPr>
            </a:lvl6pPr>
            <a:lvl7pPr algn="r">
              <a:defRPr sz="900" b="1">
                <a:solidFill>
                  <a:srgbClr val="92A3A9"/>
                </a:solidFill>
              </a:defRPr>
            </a:lvl7pPr>
            <a:lvl8pPr algn="r">
              <a:defRPr sz="900" b="1">
                <a:solidFill>
                  <a:srgbClr val="92A3A9"/>
                </a:solidFill>
              </a:defRPr>
            </a:lvl8pPr>
            <a:lvl9pPr algn="r">
              <a:defRPr sz="900" b="1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92A3A9"/>
                </a:solidFill>
              </a:defRPr>
            </a:pPr>
            <a:r>
              <a:rPr sz="900" b="1">
                <a:solidFill>
                  <a:srgbClr val="92A3A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45ACE-E908-4607-86F5-8842ED52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D3F2A-39C0-4419-B376-DCB0F7F1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46BFC9"/>
                </a:solidFill>
              </a:defRPr>
            </a:defPPr>
            <a:lvl1pPr>
              <a:defRPr sz="2550" b="1">
                <a:solidFill>
                  <a:srgbClr val="46BFC9"/>
                </a:solidFill>
              </a:defRPr>
            </a:lvl1pPr>
            <a:lvl2pPr>
              <a:defRPr sz="2550" b="1">
                <a:solidFill>
                  <a:srgbClr val="46BFC9"/>
                </a:solidFill>
              </a:defRPr>
            </a:lvl2pPr>
            <a:lvl3pPr>
              <a:defRPr sz="2550" b="1">
                <a:solidFill>
                  <a:srgbClr val="46BFC9"/>
                </a:solidFill>
              </a:defRPr>
            </a:lvl3pPr>
            <a:lvl4pPr>
              <a:defRPr sz="2550" b="1">
                <a:solidFill>
                  <a:srgbClr val="46BFC9"/>
                </a:solidFill>
              </a:defRPr>
            </a:lvl4pPr>
            <a:lvl5pPr>
              <a:defRPr sz="2550" b="1">
                <a:solidFill>
                  <a:srgbClr val="46BFC9"/>
                </a:solidFill>
              </a:defRPr>
            </a:lvl5pPr>
            <a:lvl6pPr>
              <a:defRPr sz="2550" b="1">
                <a:solidFill>
                  <a:srgbClr val="46BFC9"/>
                </a:solidFill>
              </a:defRPr>
            </a:lvl6pPr>
            <a:lvl7pPr>
              <a:defRPr sz="2550" b="1">
                <a:solidFill>
                  <a:srgbClr val="46BFC9"/>
                </a:solidFill>
              </a:defRPr>
            </a:lvl7pPr>
            <a:lvl8pPr>
              <a:defRPr sz="2550" b="1">
                <a:solidFill>
                  <a:srgbClr val="46BFC9"/>
                </a:solidFill>
              </a:defRPr>
            </a:lvl8pPr>
            <a:lvl9pPr>
              <a:defRPr sz="2550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46BFC9"/>
                </a:solidFill>
              </a:defRPr>
            </a:pPr>
            <a:r>
              <a:rPr sz="2550" b="1">
                <a:solidFill>
                  <a:srgbClr val="46BFC9"/>
                </a:solidFill>
              </a:rPr>
              <a:t>0.742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4FC70-6F65-4C86-9756-D58DB34E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240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2A3A9"/>
                </a:solidFill>
              </a:defRPr>
            </a:defPPr>
            <a:lvl1pPr>
              <a:defRPr sz="1125" b="0">
                <a:solidFill>
                  <a:srgbClr val="92A3A9"/>
                </a:solidFill>
              </a:defRPr>
            </a:lvl1pPr>
            <a:lvl2pPr>
              <a:defRPr sz="1125" b="0">
                <a:solidFill>
                  <a:srgbClr val="92A3A9"/>
                </a:solidFill>
              </a:defRPr>
            </a:lvl2pPr>
            <a:lvl3pPr>
              <a:defRPr sz="1125" b="0">
                <a:solidFill>
                  <a:srgbClr val="92A3A9"/>
                </a:solidFill>
              </a:defRPr>
            </a:lvl3pPr>
            <a:lvl4pPr>
              <a:defRPr sz="1125" b="0">
                <a:solidFill>
                  <a:srgbClr val="92A3A9"/>
                </a:solidFill>
              </a:defRPr>
            </a:lvl4pPr>
            <a:lvl5pPr>
              <a:defRPr sz="1125" b="0">
                <a:solidFill>
                  <a:srgbClr val="92A3A9"/>
                </a:solidFill>
              </a:defRPr>
            </a:lvl5pPr>
            <a:lvl6pPr>
              <a:defRPr sz="1125" b="0">
                <a:solidFill>
                  <a:srgbClr val="92A3A9"/>
                </a:solidFill>
              </a:defRPr>
            </a:lvl6pPr>
            <a:lvl7pPr>
              <a:defRPr sz="1125" b="0">
                <a:solidFill>
                  <a:srgbClr val="92A3A9"/>
                </a:solidFill>
              </a:defRPr>
            </a:lvl7pPr>
            <a:lvl8pPr>
              <a:defRPr sz="1125" b="0">
                <a:solidFill>
                  <a:srgbClr val="92A3A9"/>
                </a:solidFill>
              </a:defRPr>
            </a:lvl8pPr>
            <a:lvl9pPr>
              <a:defRPr sz="1125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tumor-synaptic AUROC</a:t>
            </a:r>
          </a:p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tables + scETM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360A53-F052-49B2-88DB-1075011F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2400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06352-E3E9-4455-9EDF-962043C1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764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99CF5"/>
                </a:solidFill>
              </a:defRPr>
            </a:defPPr>
            <a:lvl1pPr>
              <a:defRPr sz="2550" b="1">
                <a:solidFill>
                  <a:srgbClr val="A99CF5"/>
                </a:solidFill>
              </a:defRPr>
            </a:lvl1pPr>
            <a:lvl2pPr>
              <a:defRPr sz="2550" b="1">
                <a:solidFill>
                  <a:srgbClr val="A99CF5"/>
                </a:solidFill>
              </a:defRPr>
            </a:lvl2pPr>
            <a:lvl3pPr>
              <a:defRPr sz="2550" b="1">
                <a:solidFill>
                  <a:srgbClr val="A99CF5"/>
                </a:solidFill>
              </a:defRPr>
            </a:lvl3pPr>
            <a:lvl4pPr>
              <a:defRPr sz="2550" b="1">
                <a:solidFill>
                  <a:srgbClr val="A99CF5"/>
                </a:solidFill>
              </a:defRPr>
            </a:lvl4pPr>
            <a:lvl5pPr>
              <a:defRPr sz="2550" b="1">
                <a:solidFill>
                  <a:srgbClr val="A99CF5"/>
                </a:solidFill>
              </a:defRPr>
            </a:lvl5pPr>
            <a:lvl6pPr>
              <a:defRPr sz="2550" b="1">
                <a:solidFill>
                  <a:srgbClr val="A99CF5"/>
                </a:solidFill>
              </a:defRPr>
            </a:lvl6pPr>
            <a:lvl7pPr>
              <a:defRPr sz="2550" b="1">
                <a:solidFill>
                  <a:srgbClr val="A99CF5"/>
                </a:solidFill>
              </a:defRPr>
            </a:lvl7pPr>
            <a:lvl8pPr>
              <a:defRPr sz="2550" b="1">
                <a:solidFill>
                  <a:srgbClr val="A99CF5"/>
                </a:solidFill>
              </a:defRPr>
            </a:lvl8pPr>
            <a:lvl9pPr>
              <a:defRPr sz="2550" b="1">
                <a:solidFill>
                  <a:srgbClr val="A99CF5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99CF5"/>
                </a:solidFill>
              </a:defRPr>
            </a:pPr>
            <a:r>
              <a:rPr sz="2550" b="1">
                <a:solidFill>
                  <a:srgbClr val="A99CF5"/>
                </a:solidFill>
              </a:rPr>
              <a:t>0.725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984D0-E23D-4DEC-8079-C193EF2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240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2A3A9"/>
                </a:solidFill>
              </a:defRPr>
            </a:defPPr>
            <a:lvl1pPr>
              <a:defRPr sz="1125" b="0">
                <a:solidFill>
                  <a:srgbClr val="92A3A9"/>
                </a:solidFill>
              </a:defRPr>
            </a:lvl1pPr>
            <a:lvl2pPr>
              <a:defRPr sz="1125" b="0">
                <a:solidFill>
                  <a:srgbClr val="92A3A9"/>
                </a:solidFill>
              </a:defRPr>
            </a:lvl2pPr>
            <a:lvl3pPr>
              <a:defRPr sz="1125" b="0">
                <a:solidFill>
                  <a:srgbClr val="92A3A9"/>
                </a:solidFill>
              </a:defRPr>
            </a:lvl3pPr>
            <a:lvl4pPr>
              <a:defRPr sz="1125" b="0">
                <a:solidFill>
                  <a:srgbClr val="92A3A9"/>
                </a:solidFill>
              </a:defRPr>
            </a:lvl4pPr>
            <a:lvl5pPr>
              <a:defRPr sz="1125" b="0">
                <a:solidFill>
                  <a:srgbClr val="92A3A9"/>
                </a:solidFill>
              </a:defRPr>
            </a:lvl5pPr>
            <a:lvl6pPr>
              <a:defRPr sz="1125" b="0">
                <a:solidFill>
                  <a:srgbClr val="92A3A9"/>
                </a:solidFill>
              </a:defRPr>
            </a:lvl6pPr>
            <a:lvl7pPr>
              <a:defRPr sz="1125" b="0">
                <a:solidFill>
                  <a:srgbClr val="92A3A9"/>
                </a:solidFill>
              </a:defRPr>
            </a:lvl7pPr>
            <a:lvl8pPr>
              <a:defRPr sz="1125" b="0">
                <a:solidFill>
                  <a:srgbClr val="92A3A9"/>
                </a:solidFill>
              </a:defRPr>
            </a:lvl8pPr>
            <a:lvl9pPr>
              <a:defRPr sz="1125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immune-synapse AUROC</a:t>
            </a:r>
          </a:p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tables + scETM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2CC4E-D7CD-4FFB-89C2-54BD436D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2400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28059-1742-4D93-897E-E3CB48FD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764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66BF8B"/>
                </a:solidFill>
              </a:defRPr>
            </a:defPPr>
            <a:lvl1pPr>
              <a:defRPr sz="2550" b="1">
                <a:solidFill>
                  <a:srgbClr val="66BF8B"/>
                </a:solidFill>
              </a:defRPr>
            </a:lvl1pPr>
            <a:lvl2pPr>
              <a:defRPr sz="2550" b="1">
                <a:solidFill>
                  <a:srgbClr val="66BF8B"/>
                </a:solidFill>
              </a:defRPr>
            </a:lvl2pPr>
            <a:lvl3pPr>
              <a:defRPr sz="2550" b="1">
                <a:solidFill>
                  <a:srgbClr val="66BF8B"/>
                </a:solidFill>
              </a:defRPr>
            </a:lvl3pPr>
            <a:lvl4pPr>
              <a:defRPr sz="2550" b="1">
                <a:solidFill>
                  <a:srgbClr val="66BF8B"/>
                </a:solidFill>
              </a:defRPr>
            </a:lvl4pPr>
            <a:lvl5pPr>
              <a:defRPr sz="2550" b="1">
                <a:solidFill>
                  <a:srgbClr val="66BF8B"/>
                </a:solidFill>
              </a:defRPr>
            </a:lvl5pPr>
            <a:lvl6pPr>
              <a:defRPr sz="2550" b="1">
                <a:solidFill>
                  <a:srgbClr val="66BF8B"/>
                </a:solidFill>
              </a:defRPr>
            </a:lvl6pPr>
            <a:lvl7pPr>
              <a:defRPr sz="2550" b="1">
                <a:solidFill>
                  <a:srgbClr val="66BF8B"/>
                </a:solidFill>
              </a:defRPr>
            </a:lvl7pPr>
            <a:lvl8pPr>
              <a:defRPr sz="2550" b="1">
                <a:solidFill>
                  <a:srgbClr val="66BF8B"/>
                </a:solidFill>
              </a:defRPr>
            </a:lvl8pPr>
            <a:lvl9pPr>
              <a:defRPr sz="2550" b="1">
                <a:solidFill>
                  <a:srgbClr val="66BF8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6BF8B"/>
                </a:solidFill>
              </a:defRPr>
            </a:pPr>
            <a:r>
              <a:rPr sz="2550" b="1">
                <a:solidFill>
                  <a:srgbClr val="66BF8B"/>
                </a:solidFill>
              </a:rPr>
              <a:t>5 × 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F3506B-1C75-4087-B1B7-330901AA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240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2A3A9"/>
                </a:solidFill>
              </a:defRPr>
            </a:defPPr>
            <a:lvl1pPr>
              <a:defRPr sz="1125" b="0">
                <a:solidFill>
                  <a:srgbClr val="92A3A9"/>
                </a:solidFill>
              </a:defRPr>
            </a:lvl1pPr>
            <a:lvl2pPr>
              <a:defRPr sz="1125" b="0">
                <a:solidFill>
                  <a:srgbClr val="92A3A9"/>
                </a:solidFill>
              </a:defRPr>
            </a:lvl2pPr>
            <a:lvl3pPr>
              <a:defRPr sz="1125" b="0">
                <a:solidFill>
                  <a:srgbClr val="92A3A9"/>
                </a:solidFill>
              </a:defRPr>
            </a:lvl3pPr>
            <a:lvl4pPr>
              <a:defRPr sz="1125" b="0">
                <a:solidFill>
                  <a:srgbClr val="92A3A9"/>
                </a:solidFill>
              </a:defRPr>
            </a:lvl4pPr>
            <a:lvl5pPr>
              <a:defRPr sz="1125" b="0">
                <a:solidFill>
                  <a:srgbClr val="92A3A9"/>
                </a:solidFill>
              </a:defRPr>
            </a:lvl5pPr>
            <a:lvl6pPr>
              <a:defRPr sz="1125" b="0">
                <a:solidFill>
                  <a:srgbClr val="92A3A9"/>
                </a:solidFill>
              </a:defRPr>
            </a:lvl6pPr>
            <a:lvl7pPr>
              <a:defRPr sz="1125" b="0">
                <a:solidFill>
                  <a:srgbClr val="92A3A9"/>
                </a:solidFill>
              </a:defRPr>
            </a:lvl7pPr>
            <a:lvl8pPr>
              <a:defRPr sz="1125" b="0">
                <a:solidFill>
                  <a:srgbClr val="92A3A9"/>
                </a:solidFill>
              </a:defRPr>
            </a:lvl8pPr>
            <a:lvl9pPr>
              <a:defRPr sz="1125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seeds × grouped folds</a:t>
            </a:r>
          </a:p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out-of-fold scoring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C751E-2C4F-47AC-9284-293A4A74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2400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4A876-E4BF-4955-AEFC-589CD8AC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764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2A84E"/>
                </a:solidFill>
              </a:defRPr>
            </a:defPPr>
            <a:lvl1pPr>
              <a:defRPr sz="2550" b="1">
                <a:solidFill>
                  <a:srgbClr val="E2A84E"/>
                </a:solidFill>
              </a:defRPr>
            </a:lvl1pPr>
            <a:lvl2pPr>
              <a:defRPr sz="2550" b="1">
                <a:solidFill>
                  <a:srgbClr val="E2A84E"/>
                </a:solidFill>
              </a:defRPr>
            </a:lvl2pPr>
            <a:lvl3pPr>
              <a:defRPr sz="2550" b="1">
                <a:solidFill>
                  <a:srgbClr val="E2A84E"/>
                </a:solidFill>
              </a:defRPr>
            </a:lvl3pPr>
            <a:lvl4pPr>
              <a:defRPr sz="2550" b="1">
                <a:solidFill>
                  <a:srgbClr val="E2A84E"/>
                </a:solidFill>
              </a:defRPr>
            </a:lvl4pPr>
            <a:lvl5pPr>
              <a:defRPr sz="2550" b="1">
                <a:solidFill>
                  <a:srgbClr val="E2A84E"/>
                </a:solidFill>
              </a:defRPr>
            </a:lvl5pPr>
            <a:lvl6pPr>
              <a:defRPr sz="2550" b="1">
                <a:solidFill>
                  <a:srgbClr val="E2A84E"/>
                </a:solidFill>
              </a:defRPr>
            </a:lvl6pPr>
            <a:lvl7pPr>
              <a:defRPr sz="2550" b="1">
                <a:solidFill>
                  <a:srgbClr val="E2A84E"/>
                </a:solidFill>
              </a:defRPr>
            </a:lvl7pPr>
            <a:lvl8pPr>
              <a:defRPr sz="2550" b="1">
                <a:solidFill>
                  <a:srgbClr val="E2A84E"/>
                </a:solidFill>
              </a:defRPr>
            </a:lvl8pPr>
            <a:lvl9pPr>
              <a:defRPr sz="2550" b="1">
                <a:solidFill>
                  <a:srgbClr val="E2A84E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2A84E"/>
                </a:solidFill>
              </a:defRPr>
            </a:pPr>
            <a:r>
              <a:rPr sz="2550" b="1">
                <a:solidFill>
                  <a:srgbClr val="E2A84E"/>
                </a:solidFill>
              </a:rPr>
              <a:t>32-d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AC76A-71FA-496C-B4E4-97AC5B3B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2407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2A3A9"/>
                </a:solidFill>
              </a:defRPr>
            </a:defPPr>
            <a:lvl1pPr>
              <a:defRPr sz="1125" b="0">
                <a:solidFill>
                  <a:srgbClr val="92A3A9"/>
                </a:solidFill>
              </a:defRPr>
            </a:lvl1pPr>
            <a:lvl2pPr>
              <a:defRPr sz="1125" b="0">
                <a:solidFill>
                  <a:srgbClr val="92A3A9"/>
                </a:solidFill>
              </a:defRPr>
            </a:lvl2pPr>
            <a:lvl3pPr>
              <a:defRPr sz="1125" b="0">
                <a:solidFill>
                  <a:srgbClr val="92A3A9"/>
                </a:solidFill>
              </a:defRPr>
            </a:lvl3pPr>
            <a:lvl4pPr>
              <a:defRPr sz="1125" b="0">
                <a:solidFill>
                  <a:srgbClr val="92A3A9"/>
                </a:solidFill>
              </a:defRPr>
            </a:lvl4pPr>
            <a:lvl5pPr>
              <a:defRPr sz="1125" b="0">
                <a:solidFill>
                  <a:srgbClr val="92A3A9"/>
                </a:solidFill>
              </a:defRPr>
            </a:lvl5pPr>
            <a:lvl6pPr>
              <a:defRPr sz="1125" b="0">
                <a:solidFill>
                  <a:srgbClr val="92A3A9"/>
                </a:solidFill>
              </a:defRPr>
            </a:lvl6pPr>
            <a:lvl7pPr>
              <a:defRPr sz="1125" b="0">
                <a:solidFill>
                  <a:srgbClr val="92A3A9"/>
                </a:solidFill>
              </a:defRPr>
            </a:lvl7pPr>
            <a:lvl8pPr>
              <a:defRPr sz="1125" b="0">
                <a:solidFill>
                  <a:srgbClr val="92A3A9"/>
                </a:solidFill>
              </a:defRPr>
            </a:lvl8pPr>
            <a:lvl9pPr>
              <a:defRPr sz="1125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gene embedding</a:t>
            </a:r>
          </a:p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20,381 cells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E02CF-0D5D-400B-95D2-1570B7F9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124450" cy="3067050"/>
          </a:xfrm>
          <a:prstGeom xmlns:a="http://schemas.openxmlformats.org/drawingml/2006/main" prst="roundRect">
            <a:avLst>
              <a:gd name="adj" fmla="val 4969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2A6E9F-B607-4248-91EE-0B2885DF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1E9EC"/>
                </a:solidFill>
              </a:defRPr>
            </a:defPPr>
            <a:lvl1pPr>
              <a:defRPr sz="1800" b="1">
                <a:solidFill>
                  <a:srgbClr val="E1E9EC"/>
                </a:solidFill>
              </a:defRPr>
            </a:lvl1pPr>
            <a:lvl2pPr>
              <a:defRPr sz="1800" b="1">
                <a:solidFill>
                  <a:srgbClr val="E1E9EC"/>
                </a:solidFill>
              </a:defRPr>
            </a:lvl2pPr>
            <a:lvl3pPr>
              <a:defRPr sz="1800" b="1">
                <a:solidFill>
                  <a:srgbClr val="E1E9EC"/>
                </a:solidFill>
              </a:defRPr>
            </a:lvl3pPr>
            <a:lvl4pPr>
              <a:defRPr sz="1800" b="1">
                <a:solidFill>
                  <a:srgbClr val="E1E9EC"/>
                </a:solidFill>
              </a:defRPr>
            </a:lvl4pPr>
            <a:lvl5pPr>
              <a:defRPr sz="1800" b="1">
                <a:solidFill>
                  <a:srgbClr val="E1E9EC"/>
                </a:solidFill>
              </a:defRPr>
            </a:lvl5pPr>
            <a:lvl6pPr>
              <a:defRPr sz="1800" b="1">
                <a:solidFill>
                  <a:srgbClr val="E1E9EC"/>
                </a:solidFill>
              </a:defRPr>
            </a:lvl6pPr>
            <a:lvl7pPr>
              <a:defRPr sz="1800" b="1">
                <a:solidFill>
                  <a:srgbClr val="E1E9EC"/>
                </a:solidFill>
              </a:defRPr>
            </a:lvl7pPr>
            <a:lvl8pPr>
              <a:defRPr sz="1800" b="1">
                <a:solidFill>
                  <a:srgbClr val="E1E9EC"/>
                </a:solidFill>
              </a:defRPr>
            </a:lvl8pPr>
            <a:lvl9pPr>
              <a:defRPr sz="180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1E9EC"/>
                </a:solidFill>
              </a:defRPr>
            </a:pPr>
            <a:r>
              <a:rPr sz="1800" b="1">
                <a:solidFill>
                  <a:srgbClr val="E1E9EC"/>
                </a:solidFill>
              </a:rPr>
              <a:t>Feature stack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0D7D62-F3B1-4B84-BEA4-1976B2E6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43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B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3F39C0-A0ED-4066-A195-2DA676E0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67125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1E9EC"/>
                </a:solidFill>
              </a:defRPr>
            </a:defPPr>
            <a:lvl1pPr>
              <a:defRPr sz="1425" b="0">
                <a:solidFill>
                  <a:srgbClr val="E1E9EC"/>
                </a:solidFill>
              </a:defRPr>
            </a:lvl1pPr>
            <a:lvl2pPr>
              <a:defRPr sz="1425" b="0">
                <a:solidFill>
                  <a:srgbClr val="E1E9EC"/>
                </a:solidFill>
              </a:defRPr>
            </a:lvl2pPr>
            <a:lvl3pPr>
              <a:defRPr sz="1425" b="0">
                <a:solidFill>
                  <a:srgbClr val="E1E9EC"/>
                </a:solidFill>
              </a:defRPr>
            </a:lvl3pPr>
            <a:lvl4pPr>
              <a:defRPr sz="1425" b="0">
                <a:solidFill>
                  <a:srgbClr val="E1E9EC"/>
                </a:solidFill>
              </a:defRPr>
            </a:lvl4pPr>
            <a:lvl5pPr>
              <a:defRPr sz="1425" b="0">
                <a:solidFill>
                  <a:srgbClr val="E1E9EC"/>
                </a:solidFill>
              </a:defRPr>
            </a:lvl5pPr>
            <a:lvl6pPr>
              <a:defRPr sz="1425" b="0">
                <a:solidFill>
                  <a:srgbClr val="E1E9EC"/>
                </a:solidFill>
              </a:defRPr>
            </a:lvl6pPr>
            <a:lvl7pPr>
              <a:defRPr sz="1425" b="0">
                <a:solidFill>
                  <a:srgbClr val="E1E9EC"/>
                </a:solidFill>
              </a:defRPr>
            </a:lvl7pPr>
            <a:lvl8pPr>
              <a:defRPr sz="1425" b="0">
                <a:solidFill>
                  <a:srgbClr val="E1E9EC"/>
                </a:solidFill>
              </a:defRPr>
            </a:lvl8pPr>
            <a:lvl9pPr>
              <a:defRPr sz="1425" b="0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1E9EC"/>
                </a:solidFill>
              </a:defRPr>
            </a:pPr>
            <a:r>
              <a:rPr sz="1425" b="0">
                <a:solidFill>
                  <a:srgbClr val="E1E9EC"/>
                </a:solidFill>
              </a:rPr>
              <a:t>CellChat interaction probability and Ephys lean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09F9A-E541-4504-BF31-85B3E53B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B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1A1A8-38C4-465B-A137-CC2B85FE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407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1E9EC"/>
                </a:solidFill>
              </a:defRPr>
            </a:defPPr>
            <a:lvl1pPr>
              <a:defRPr sz="1425" b="0">
                <a:solidFill>
                  <a:srgbClr val="E1E9EC"/>
                </a:solidFill>
              </a:defRPr>
            </a:lvl1pPr>
            <a:lvl2pPr>
              <a:defRPr sz="1425" b="0">
                <a:solidFill>
                  <a:srgbClr val="E1E9EC"/>
                </a:solidFill>
              </a:defRPr>
            </a:lvl2pPr>
            <a:lvl3pPr>
              <a:defRPr sz="1425" b="0">
                <a:solidFill>
                  <a:srgbClr val="E1E9EC"/>
                </a:solidFill>
              </a:defRPr>
            </a:lvl3pPr>
            <a:lvl4pPr>
              <a:defRPr sz="1425" b="0">
                <a:solidFill>
                  <a:srgbClr val="E1E9EC"/>
                </a:solidFill>
              </a:defRPr>
            </a:lvl4pPr>
            <a:lvl5pPr>
              <a:defRPr sz="1425" b="0">
                <a:solidFill>
                  <a:srgbClr val="E1E9EC"/>
                </a:solidFill>
              </a:defRPr>
            </a:lvl5pPr>
            <a:lvl6pPr>
              <a:defRPr sz="1425" b="0">
                <a:solidFill>
                  <a:srgbClr val="E1E9EC"/>
                </a:solidFill>
              </a:defRPr>
            </a:lvl6pPr>
            <a:lvl7pPr>
              <a:defRPr sz="1425" b="0">
                <a:solidFill>
                  <a:srgbClr val="E1E9EC"/>
                </a:solidFill>
              </a:defRPr>
            </a:lvl7pPr>
            <a:lvl8pPr>
              <a:defRPr sz="1425" b="0">
                <a:solidFill>
                  <a:srgbClr val="E1E9EC"/>
                </a:solidFill>
              </a:defRPr>
            </a:lvl8pPr>
            <a:lvl9pPr>
              <a:defRPr sz="1425" b="0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1E9EC"/>
                </a:solidFill>
              </a:defRPr>
            </a:pPr>
            <a:r>
              <a:rPr sz="1425" b="0">
                <a:solidFill>
                  <a:srgbClr val="E1E9EC"/>
                </a:solidFill>
              </a:rPr>
              <a:t>DEG effect size, adjusted p-value, and IDH agreement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23ACAD-5D23-4551-88D7-BA3E7895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86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6B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2FDAA-DEAD-4E95-A038-5A394CA4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10125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1E9EC"/>
                </a:solidFill>
              </a:defRPr>
            </a:defPPr>
            <a:lvl1pPr>
              <a:defRPr sz="1425" b="0">
                <a:solidFill>
                  <a:srgbClr val="E1E9EC"/>
                </a:solidFill>
              </a:defRPr>
            </a:lvl1pPr>
            <a:lvl2pPr>
              <a:defRPr sz="1425" b="0">
                <a:solidFill>
                  <a:srgbClr val="E1E9EC"/>
                </a:solidFill>
              </a:defRPr>
            </a:lvl2pPr>
            <a:lvl3pPr>
              <a:defRPr sz="1425" b="0">
                <a:solidFill>
                  <a:srgbClr val="E1E9EC"/>
                </a:solidFill>
              </a:defRPr>
            </a:lvl3pPr>
            <a:lvl4pPr>
              <a:defRPr sz="1425" b="0">
                <a:solidFill>
                  <a:srgbClr val="E1E9EC"/>
                </a:solidFill>
              </a:defRPr>
            </a:lvl4pPr>
            <a:lvl5pPr>
              <a:defRPr sz="1425" b="0">
                <a:solidFill>
                  <a:srgbClr val="E1E9EC"/>
                </a:solidFill>
              </a:defRPr>
            </a:lvl5pPr>
            <a:lvl6pPr>
              <a:defRPr sz="1425" b="0">
                <a:solidFill>
                  <a:srgbClr val="E1E9EC"/>
                </a:solidFill>
              </a:defRPr>
            </a:lvl6pPr>
            <a:lvl7pPr>
              <a:defRPr sz="1425" b="0">
                <a:solidFill>
                  <a:srgbClr val="E1E9EC"/>
                </a:solidFill>
              </a:defRPr>
            </a:lvl7pPr>
            <a:lvl8pPr>
              <a:defRPr sz="1425" b="0">
                <a:solidFill>
                  <a:srgbClr val="E1E9EC"/>
                </a:solidFill>
              </a:defRPr>
            </a:lvl8pPr>
            <a:lvl9pPr>
              <a:defRPr sz="1425" b="0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1E9EC"/>
                </a:solidFill>
              </a:defRPr>
            </a:pPr>
            <a:r>
              <a:rPr sz="1425" b="0">
                <a:solidFill>
                  <a:srgbClr val="E1E9EC"/>
                </a:solidFill>
              </a:rPr>
              <a:t>Group size safeguards from cell counts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7A1868-ACCE-4864-BFA9-C6186822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9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57C15F-7B15-428F-8007-40E0EDF1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53050"/>
            <a:ext cx="407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1E9EC"/>
                </a:solidFill>
              </a:defRPr>
            </a:defPPr>
            <a:lvl1pPr>
              <a:defRPr sz="1425" b="0">
                <a:solidFill>
                  <a:srgbClr val="E1E9EC"/>
                </a:solidFill>
              </a:defRPr>
            </a:lvl1pPr>
            <a:lvl2pPr>
              <a:defRPr sz="1425" b="0">
                <a:solidFill>
                  <a:srgbClr val="E1E9EC"/>
                </a:solidFill>
              </a:defRPr>
            </a:lvl2pPr>
            <a:lvl3pPr>
              <a:defRPr sz="1425" b="0">
                <a:solidFill>
                  <a:srgbClr val="E1E9EC"/>
                </a:solidFill>
              </a:defRPr>
            </a:lvl3pPr>
            <a:lvl4pPr>
              <a:defRPr sz="1425" b="0">
                <a:solidFill>
                  <a:srgbClr val="E1E9EC"/>
                </a:solidFill>
              </a:defRPr>
            </a:lvl4pPr>
            <a:lvl5pPr>
              <a:defRPr sz="1425" b="0">
                <a:solidFill>
                  <a:srgbClr val="E1E9EC"/>
                </a:solidFill>
              </a:defRPr>
            </a:lvl5pPr>
            <a:lvl6pPr>
              <a:defRPr sz="1425" b="0">
                <a:solidFill>
                  <a:srgbClr val="E1E9EC"/>
                </a:solidFill>
              </a:defRPr>
            </a:lvl6pPr>
            <a:lvl7pPr>
              <a:defRPr sz="1425" b="0">
                <a:solidFill>
                  <a:srgbClr val="E1E9EC"/>
                </a:solidFill>
              </a:defRPr>
            </a:lvl7pPr>
            <a:lvl8pPr>
              <a:defRPr sz="1425" b="0">
                <a:solidFill>
                  <a:srgbClr val="E1E9EC"/>
                </a:solidFill>
              </a:defRPr>
            </a:lvl8pPr>
            <a:lvl9pPr>
              <a:defRPr sz="1425" b="0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1E9EC"/>
                </a:solidFill>
              </a:defRPr>
            </a:pPr>
            <a:r>
              <a:rPr sz="1425" b="0">
                <a:solidFill>
                  <a:srgbClr val="E1E9EC"/>
                </a:solidFill>
              </a:rPr>
              <a:t>scETM embedding and neighbor-label fractions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3450F-BB6E-49EB-989C-8C612113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5581650" cy="3067050"/>
          </a:xfrm>
          <a:prstGeom xmlns:a="http://schemas.openxmlformats.org/drawingml/2006/main" prst="roundRect">
            <a:avLst>
              <a:gd name="adj" fmla="val 4969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058B24-FE1E-4FF5-92C5-E061F096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81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1E9EC"/>
                </a:solidFill>
              </a:defRPr>
            </a:defPPr>
            <a:lvl1pPr>
              <a:defRPr sz="1800" b="1">
                <a:solidFill>
                  <a:srgbClr val="E1E9EC"/>
                </a:solidFill>
              </a:defRPr>
            </a:lvl1pPr>
            <a:lvl2pPr>
              <a:defRPr sz="1800" b="1">
                <a:solidFill>
                  <a:srgbClr val="E1E9EC"/>
                </a:solidFill>
              </a:defRPr>
            </a:lvl2pPr>
            <a:lvl3pPr>
              <a:defRPr sz="1800" b="1">
                <a:solidFill>
                  <a:srgbClr val="E1E9EC"/>
                </a:solidFill>
              </a:defRPr>
            </a:lvl3pPr>
            <a:lvl4pPr>
              <a:defRPr sz="1800" b="1">
                <a:solidFill>
                  <a:srgbClr val="E1E9EC"/>
                </a:solidFill>
              </a:defRPr>
            </a:lvl4pPr>
            <a:lvl5pPr>
              <a:defRPr sz="1800" b="1">
                <a:solidFill>
                  <a:srgbClr val="E1E9EC"/>
                </a:solidFill>
              </a:defRPr>
            </a:lvl5pPr>
            <a:lvl6pPr>
              <a:defRPr sz="1800" b="1">
                <a:solidFill>
                  <a:srgbClr val="E1E9EC"/>
                </a:solidFill>
              </a:defRPr>
            </a:lvl6pPr>
            <a:lvl7pPr>
              <a:defRPr sz="1800" b="1">
                <a:solidFill>
                  <a:srgbClr val="E1E9EC"/>
                </a:solidFill>
              </a:defRPr>
            </a:lvl7pPr>
            <a:lvl8pPr>
              <a:defRPr sz="1800" b="1">
                <a:solidFill>
                  <a:srgbClr val="E1E9EC"/>
                </a:solidFill>
              </a:defRPr>
            </a:lvl8pPr>
            <a:lvl9pPr>
              <a:defRPr sz="180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1E9EC"/>
                </a:solidFill>
              </a:defRPr>
            </a:pPr>
            <a:r>
              <a:rPr sz="1800" b="1">
                <a:solidFill>
                  <a:srgbClr val="E1E9EC"/>
                </a:solidFill>
              </a:rPr>
              <a:t>Nomination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4A800A-490E-4623-A11E-5742C919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052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46BFC9"/>
                </a:solidFill>
              </a:defRPr>
            </a:defPPr>
            <a:lvl1pPr>
              <a:defRPr sz="1500" b="1">
                <a:solidFill>
                  <a:srgbClr val="46BFC9"/>
                </a:solidFill>
              </a:defRPr>
            </a:lvl1pPr>
            <a:lvl2pPr>
              <a:defRPr sz="1500" b="1">
                <a:solidFill>
                  <a:srgbClr val="46BFC9"/>
                </a:solidFill>
              </a:defRPr>
            </a:lvl2pPr>
            <a:lvl3pPr>
              <a:defRPr sz="1500" b="1">
                <a:solidFill>
                  <a:srgbClr val="46BFC9"/>
                </a:solidFill>
              </a:defRPr>
            </a:lvl3pPr>
            <a:lvl4pPr>
              <a:defRPr sz="1500" b="1">
                <a:solidFill>
                  <a:srgbClr val="46BFC9"/>
                </a:solidFill>
              </a:defRPr>
            </a:lvl4pPr>
            <a:lvl5pPr>
              <a:defRPr sz="1500" b="1">
                <a:solidFill>
                  <a:srgbClr val="46BFC9"/>
                </a:solidFill>
              </a:defRPr>
            </a:lvl5pPr>
            <a:lvl6pPr>
              <a:defRPr sz="1500" b="1">
                <a:solidFill>
                  <a:srgbClr val="46BFC9"/>
                </a:solidFill>
              </a:defRPr>
            </a:lvl6pPr>
            <a:lvl7pPr>
              <a:defRPr sz="1500" b="1">
                <a:solidFill>
                  <a:srgbClr val="46BFC9"/>
                </a:solidFill>
              </a:defRPr>
            </a:lvl7pPr>
            <a:lvl8pPr>
              <a:defRPr sz="1500" b="1">
                <a:solidFill>
                  <a:srgbClr val="46BFC9"/>
                </a:solidFill>
              </a:defRPr>
            </a:lvl8pPr>
            <a:lvl9pPr>
              <a:defRPr sz="1500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46BFC9"/>
                </a:solidFill>
              </a:defRPr>
            </a:pPr>
            <a:r>
              <a:rPr sz="1500" b="1">
                <a:solidFill>
                  <a:srgbClr val="46BFC9"/>
                </a:solidFill>
              </a:rPr>
              <a:t>NRXN1 · cycling_tumor · IDH_Mutant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8A4B3A-10F4-43DE-9AD8-9FFAEEAE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5290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2A3A9"/>
                </a:solidFill>
              </a:defRPr>
            </a:defPPr>
            <a:lvl1pPr>
              <a:defRPr sz="1200" b="0">
                <a:solidFill>
                  <a:srgbClr val="92A3A9"/>
                </a:solidFill>
              </a:defRPr>
            </a:lvl1pPr>
            <a:lvl2pPr>
              <a:defRPr sz="1200" b="0">
                <a:solidFill>
                  <a:srgbClr val="92A3A9"/>
                </a:solidFill>
              </a:defRPr>
            </a:lvl2pPr>
            <a:lvl3pPr>
              <a:defRPr sz="1200" b="0">
                <a:solidFill>
                  <a:srgbClr val="92A3A9"/>
                </a:solidFill>
              </a:defRPr>
            </a:lvl3pPr>
            <a:lvl4pPr>
              <a:defRPr sz="1200" b="0">
                <a:solidFill>
                  <a:srgbClr val="92A3A9"/>
                </a:solidFill>
              </a:defRPr>
            </a:lvl4pPr>
            <a:lvl5pPr>
              <a:defRPr sz="1200" b="0">
                <a:solidFill>
                  <a:srgbClr val="92A3A9"/>
                </a:solidFill>
              </a:defRPr>
            </a:lvl5pPr>
            <a:lvl6pPr>
              <a:defRPr sz="1200" b="0">
                <a:solidFill>
                  <a:srgbClr val="92A3A9"/>
                </a:solidFill>
              </a:defRPr>
            </a:lvl6pPr>
            <a:lvl7pPr>
              <a:defRPr sz="1200" b="0">
                <a:solidFill>
                  <a:srgbClr val="92A3A9"/>
                </a:solidFill>
              </a:defRPr>
            </a:lvl7pPr>
            <a:lvl8pPr>
              <a:defRPr sz="1200" b="0">
                <a:solidFill>
                  <a:srgbClr val="92A3A9"/>
                </a:solidFill>
              </a:defRPr>
            </a:lvl8pPr>
            <a:lvl9pPr>
              <a:defRPr sz="120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2A3A9"/>
                </a:solidFill>
              </a:defRPr>
            </a:pPr>
            <a:r>
              <a:rPr sz="1200" b="0">
                <a:solidFill>
                  <a:srgbClr val="92A3A9"/>
                </a:solidFill>
              </a:rPr>
              <a:t>p_tumor_synaptic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5CA23D-F15B-496C-8709-355362DC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481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2100" b="1">
                <a:solidFill>
                  <a:srgbClr val="66BF8B"/>
                </a:solidFill>
              </a:defRPr>
            </a:defPPr>
            <a:lvl1pPr algn="r">
              <a:defRPr sz="2100" b="1">
                <a:solidFill>
                  <a:srgbClr val="66BF8B"/>
                </a:solidFill>
              </a:defRPr>
            </a:lvl1pPr>
            <a:lvl2pPr algn="r">
              <a:defRPr sz="2100" b="1">
                <a:solidFill>
                  <a:srgbClr val="66BF8B"/>
                </a:solidFill>
              </a:defRPr>
            </a:lvl2pPr>
            <a:lvl3pPr algn="r">
              <a:defRPr sz="2100" b="1">
                <a:solidFill>
                  <a:srgbClr val="66BF8B"/>
                </a:solidFill>
              </a:defRPr>
            </a:lvl3pPr>
            <a:lvl4pPr algn="r">
              <a:defRPr sz="2100" b="1">
                <a:solidFill>
                  <a:srgbClr val="66BF8B"/>
                </a:solidFill>
              </a:defRPr>
            </a:lvl4pPr>
            <a:lvl5pPr algn="r">
              <a:defRPr sz="2100" b="1">
                <a:solidFill>
                  <a:srgbClr val="66BF8B"/>
                </a:solidFill>
              </a:defRPr>
            </a:lvl5pPr>
            <a:lvl6pPr algn="r">
              <a:defRPr sz="2100" b="1">
                <a:solidFill>
                  <a:srgbClr val="66BF8B"/>
                </a:solidFill>
              </a:defRPr>
            </a:lvl6pPr>
            <a:lvl7pPr algn="r">
              <a:defRPr sz="2100" b="1">
                <a:solidFill>
                  <a:srgbClr val="66BF8B"/>
                </a:solidFill>
              </a:defRPr>
            </a:lvl7pPr>
            <a:lvl8pPr algn="r">
              <a:defRPr sz="2100" b="1">
                <a:solidFill>
                  <a:srgbClr val="66BF8B"/>
                </a:solidFill>
              </a:defRPr>
            </a:lvl8pPr>
            <a:lvl9pPr algn="r">
              <a:defRPr sz="2100" b="1">
                <a:solidFill>
                  <a:srgbClr val="66BF8B"/>
                </a:solidFill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66BF8B"/>
                </a:solidFill>
              </a:defRPr>
            </a:pPr>
            <a:r>
              <a:rPr sz="2100" b="1">
                <a:solidFill>
                  <a:srgbClr val="66BF8B"/>
                </a:solidFill>
              </a:rPr>
              <a:t>0.900521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0B267D-9A0F-4BC9-829A-3A7A09D8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910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2A3A9"/>
                </a:solidFill>
              </a:defRPr>
            </a:defPPr>
            <a:lvl1pPr>
              <a:defRPr sz="1200" b="0">
                <a:solidFill>
                  <a:srgbClr val="92A3A9"/>
                </a:solidFill>
              </a:defRPr>
            </a:lvl1pPr>
            <a:lvl2pPr>
              <a:defRPr sz="1200" b="0">
                <a:solidFill>
                  <a:srgbClr val="92A3A9"/>
                </a:solidFill>
              </a:defRPr>
            </a:lvl2pPr>
            <a:lvl3pPr>
              <a:defRPr sz="1200" b="0">
                <a:solidFill>
                  <a:srgbClr val="92A3A9"/>
                </a:solidFill>
              </a:defRPr>
            </a:lvl3pPr>
            <a:lvl4pPr>
              <a:defRPr sz="1200" b="0">
                <a:solidFill>
                  <a:srgbClr val="92A3A9"/>
                </a:solidFill>
              </a:defRPr>
            </a:lvl4pPr>
            <a:lvl5pPr>
              <a:defRPr sz="1200" b="0">
                <a:solidFill>
                  <a:srgbClr val="92A3A9"/>
                </a:solidFill>
              </a:defRPr>
            </a:lvl5pPr>
            <a:lvl6pPr>
              <a:defRPr sz="1200" b="0">
                <a:solidFill>
                  <a:srgbClr val="92A3A9"/>
                </a:solidFill>
              </a:defRPr>
            </a:lvl6pPr>
            <a:lvl7pPr>
              <a:defRPr sz="1200" b="0">
                <a:solidFill>
                  <a:srgbClr val="92A3A9"/>
                </a:solidFill>
              </a:defRPr>
            </a:lvl7pPr>
            <a:lvl8pPr>
              <a:defRPr sz="1200" b="0">
                <a:solidFill>
                  <a:srgbClr val="92A3A9"/>
                </a:solidFill>
              </a:defRPr>
            </a:lvl8pPr>
            <a:lvl9pPr>
              <a:defRPr sz="120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2A3A9"/>
                </a:solidFill>
              </a:defRPr>
            </a:pPr>
            <a:r>
              <a:rPr sz="1200" b="0">
                <a:solidFill>
                  <a:srgbClr val="92A3A9"/>
                </a:solidFill>
              </a:rPr>
              <a:t>Tumor rank in context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56E88D-6559-4466-B61B-D6FF9B0E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5053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875" b="1">
                <a:solidFill>
                  <a:srgbClr val="E1E9EC"/>
                </a:solidFill>
              </a:defRPr>
            </a:defPPr>
            <a:lvl1pPr algn="r">
              <a:defRPr sz="1875" b="1">
                <a:solidFill>
                  <a:srgbClr val="E1E9EC"/>
                </a:solidFill>
              </a:defRPr>
            </a:lvl1pPr>
            <a:lvl2pPr algn="r">
              <a:defRPr sz="1875" b="1">
                <a:solidFill>
                  <a:srgbClr val="E1E9EC"/>
                </a:solidFill>
              </a:defRPr>
            </a:lvl2pPr>
            <a:lvl3pPr algn="r">
              <a:defRPr sz="1875" b="1">
                <a:solidFill>
                  <a:srgbClr val="E1E9EC"/>
                </a:solidFill>
              </a:defRPr>
            </a:lvl3pPr>
            <a:lvl4pPr algn="r">
              <a:defRPr sz="1875" b="1">
                <a:solidFill>
                  <a:srgbClr val="E1E9EC"/>
                </a:solidFill>
              </a:defRPr>
            </a:lvl4pPr>
            <a:lvl5pPr algn="r">
              <a:defRPr sz="1875" b="1">
                <a:solidFill>
                  <a:srgbClr val="E1E9EC"/>
                </a:solidFill>
              </a:defRPr>
            </a:lvl5pPr>
            <a:lvl6pPr algn="r">
              <a:defRPr sz="1875" b="1">
                <a:solidFill>
                  <a:srgbClr val="E1E9EC"/>
                </a:solidFill>
              </a:defRPr>
            </a:lvl6pPr>
            <a:lvl7pPr algn="r">
              <a:defRPr sz="1875" b="1">
                <a:solidFill>
                  <a:srgbClr val="E1E9EC"/>
                </a:solidFill>
              </a:defRPr>
            </a:lvl7pPr>
            <a:lvl8pPr algn="r">
              <a:defRPr sz="1875" b="1">
                <a:solidFill>
                  <a:srgbClr val="E1E9EC"/>
                </a:solidFill>
              </a:defRPr>
            </a:lvl8pPr>
            <a:lvl9pPr algn="r">
              <a:defRPr sz="1875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E1E9EC"/>
                </a:solidFill>
              </a:defRPr>
            </a:pPr>
            <a:r>
              <a:rPr sz="1875" b="1">
                <a:solidFill>
                  <a:srgbClr val="E1E9EC"/>
                </a:solidFill>
              </a:rPr>
              <a:t>#9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D399AA-E36C-4297-98A6-2A93338F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92A3A9"/>
                </a:solidFill>
              </a:defRPr>
            </a:defPPr>
            <a:lvl1pPr>
              <a:defRPr sz="1200" b="0">
                <a:solidFill>
                  <a:srgbClr val="92A3A9"/>
                </a:solidFill>
              </a:defRPr>
            </a:lvl1pPr>
            <a:lvl2pPr>
              <a:defRPr sz="1200" b="0">
                <a:solidFill>
                  <a:srgbClr val="92A3A9"/>
                </a:solidFill>
              </a:defRPr>
            </a:lvl2pPr>
            <a:lvl3pPr>
              <a:defRPr sz="1200" b="0">
                <a:solidFill>
                  <a:srgbClr val="92A3A9"/>
                </a:solidFill>
              </a:defRPr>
            </a:lvl3pPr>
            <a:lvl4pPr>
              <a:defRPr sz="1200" b="0">
                <a:solidFill>
                  <a:srgbClr val="92A3A9"/>
                </a:solidFill>
              </a:defRPr>
            </a:lvl4pPr>
            <a:lvl5pPr>
              <a:defRPr sz="1200" b="0">
                <a:solidFill>
                  <a:srgbClr val="92A3A9"/>
                </a:solidFill>
              </a:defRPr>
            </a:lvl5pPr>
            <a:lvl6pPr>
              <a:defRPr sz="1200" b="0">
                <a:solidFill>
                  <a:srgbClr val="92A3A9"/>
                </a:solidFill>
              </a:defRPr>
            </a:lvl6pPr>
            <a:lvl7pPr>
              <a:defRPr sz="1200" b="0">
                <a:solidFill>
                  <a:srgbClr val="92A3A9"/>
                </a:solidFill>
              </a:defRPr>
            </a:lvl7pPr>
            <a:lvl8pPr>
              <a:defRPr sz="1200" b="0">
                <a:solidFill>
                  <a:srgbClr val="92A3A9"/>
                </a:solidFill>
              </a:defRPr>
            </a:lvl8pPr>
            <a:lvl9pPr>
              <a:defRPr sz="120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92A3A9"/>
                </a:solidFill>
              </a:defRPr>
            </a:pPr>
            <a:r>
              <a:rPr sz="1200" b="0">
                <a:solidFill>
                  <a:srgbClr val="92A3A9"/>
                </a:solidFill>
              </a:rPr>
              <a:t>Top drivers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DDAE7-8B4F-4919-BF66-09FB0505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53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1E9EC"/>
                </a:solidFill>
              </a:defRPr>
            </a:defPPr>
            <a:lvl1pPr>
              <a:defRPr sz="1275" b="1">
                <a:solidFill>
                  <a:srgbClr val="E1E9EC"/>
                </a:solidFill>
              </a:defRPr>
            </a:lvl1pPr>
            <a:lvl2pPr>
              <a:defRPr sz="1275" b="1">
                <a:solidFill>
                  <a:srgbClr val="E1E9EC"/>
                </a:solidFill>
              </a:defRPr>
            </a:lvl2pPr>
            <a:lvl3pPr>
              <a:defRPr sz="1275" b="1">
                <a:solidFill>
                  <a:srgbClr val="E1E9EC"/>
                </a:solidFill>
              </a:defRPr>
            </a:lvl3pPr>
            <a:lvl4pPr>
              <a:defRPr sz="1275" b="1">
                <a:solidFill>
                  <a:srgbClr val="E1E9EC"/>
                </a:solidFill>
              </a:defRPr>
            </a:lvl4pPr>
            <a:lvl5pPr>
              <a:defRPr sz="1275" b="1">
                <a:solidFill>
                  <a:srgbClr val="E1E9EC"/>
                </a:solidFill>
              </a:defRPr>
            </a:lvl5pPr>
            <a:lvl6pPr>
              <a:defRPr sz="1275" b="1">
                <a:solidFill>
                  <a:srgbClr val="E1E9EC"/>
                </a:solidFill>
              </a:defRPr>
            </a:lvl6pPr>
            <a:lvl7pPr>
              <a:defRPr sz="1275" b="1">
                <a:solidFill>
                  <a:srgbClr val="E1E9EC"/>
                </a:solidFill>
              </a:defRPr>
            </a:lvl7pPr>
            <a:lvl8pPr>
              <a:defRPr sz="1275" b="1">
                <a:solidFill>
                  <a:srgbClr val="E1E9EC"/>
                </a:solidFill>
              </a:defRPr>
            </a:lvl8pPr>
            <a:lvl9pPr>
              <a:defRPr sz="1275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1E9EC"/>
                </a:solidFill>
              </a:defRPr>
            </a:pPr>
            <a:r>
              <a:rPr sz="1275" b="1">
                <a:solidFill>
                  <a:srgbClr val="E1E9EC"/>
                </a:solidFill>
              </a:rPr>
              <a:t>kNN synaptic · emb_07 · emb_15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74DCF7-E875-4056-AF4F-2165E643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92A3A9"/>
                </a:solidFill>
              </a:defRPr>
            </a:defPPr>
            <a:lvl1pPr>
              <a:defRPr sz="750" b="0">
                <a:solidFill>
                  <a:srgbClr val="92A3A9"/>
                </a:solidFill>
              </a:defRPr>
            </a:lvl1pPr>
            <a:lvl2pPr>
              <a:defRPr sz="750" b="0">
                <a:solidFill>
                  <a:srgbClr val="92A3A9"/>
                </a:solidFill>
              </a:defRPr>
            </a:lvl2pPr>
            <a:lvl3pPr>
              <a:defRPr sz="750" b="0">
                <a:solidFill>
                  <a:srgbClr val="92A3A9"/>
                </a:solidFill>
              </a:defRPr>
            </a:lvl3pPr>
            <a:lvl4pPr>
              <a:defRPr sz="750" b="0">
                <a:solidFill>
                  <a:srgbClr val="92A3A9"/>
                </a:solidFill>
              </a:defRPr>
            </a:lvl4pPr>
            <a:lvl5pPr>
              <a:defRPr sz="750" b="0">
                <a:solidFill>
                  <a:srgbClr val="92A3A9"/>
                </a:solidFill>
              </a:defRPr>
            </a:lvl5pPr>
            <a:lvl6pPr>
              <a:defRPr sz="750" b="0">
                <a:solidFill>
                  <a:srgbClr val="92A3A9"/>
                </a:solidFill>
              </a:defRPr>
            </a:lvl6pPr>
            <a:lvl7pPr>
              <a:defRPr sz="750" b="0">
                <a:solidFill>
                  <a:srgbClr val="92A3A9"/>
                </a:solidFill>
              </a:defRPr>
            </a:lvl7pPr>
            <a:lvl8pPr>
              <a:defRPr sz="750" b="0">
                <a:solidFill>
                  <a:srgbClr val="92A3A9"/>
                </a:solidFill>
              </a:defRPr>
            </a:lvl8pPr>
            <a:lvl9pPr>
              <a:defRPr sz="7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92A3A9"/>
                </a:solidFill>
              </a:defRPr>
            </a:pPr>
            <a:r>
              <a:rPr sz="750" b="0">
                <a:solidFill>
                  <a:srgbClr val="92A3A9"/>
                </a:solidFill>
              </a:rPr>
              <a:t>Source: fall_semester/turnin/lgbm_scetm/WEEK5_RESULTS.md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58BFDD-1C35-4BA1-A7A6-2CF100A7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92A3A9"/>
                </a:solidFill>
              </a:defRPr>
            </a:defPPr>
            <a:lvl1pPr algn="r">
              <a:defRPr sz="750" b="1">
                <a:solidFill>
                  <a:srgbClr val="92A3A9"/>
                </a:solidFill>
              </a:defRPr>
            </a:lvl1pPr>
            <a:lvl2pPr algn="r">
              <a:defRPr sz="750" b="1">
                <a:solidFill>
                  <a:srgbClr val="92A3A9"/>
                </a:solidFill>
              </a:defRPr>
            </a:lvl2pPr>
            <a:lvl3pPr algn="r">
              <a:defRPr sz="750" b="1">
                <a:solidFill>
                  <a:srgbClr val="92A3A9"/>
                </a:solidFill>
              </a:defRPr>
            </a:lvl3pPr>
            <a:lvl4pPr algn="r">
              <a:defRPr sz="750" b="1">
                <a:solidFill>
                  <a:srgbClr val="92A3A9"/>
                </a:solidFill>
              </a:defRPr>
            </a:lvl4pPr>
            <a:lvl5pPr algn="r">
              <a:defRPr sz="750" b="1">
                <a:solidFill>
                  <a:srgbClr val="92A3A9"/>
                </a:solidFill>
              </a:defRPr>
            </a:lvl5pPr>
            <a:lvl6pPr algn="r">
              <a:defRPr sz="750" b="1">
                <a:solidFill>
                  <a:srgbClr val="92A3A9"/>
                </a:solidFill>
              </a:defRPr>
            </a:lvl6pPr>
            <a:lvl7pPr algn="r">
              <a:defRPr sz="750" b="1">
                <a:solidFill>
                  <a:srgbClr val="92A3A9"/>
                </a:solidFill>
              </a:defRPr>
            </a:lvl7pPr>
            <a:lvl8pPr algn="r">
              <a:defRPr sz="750" b="1">
                <a:solidFill>
                  <a:srgbClr val="92A3A9"/>
                </a:solidFill>
              </a:defRPr>
            </a:lvl8pPr>
            <a:lvl9pPr algn="r">
              <a:defRPr sz="750" b="1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92A3A9"/>
                </a:solidFill>
              </a:defRPr>
            </a:pPr>
            <a:r>
              <a:rPr sz="750" b="1">
                <a:solidFill>
                  <a:srgbClr val="92A3A9"/>
                </a:solidFill>
              </a:rPr>
              <a:t>BT-CAP · 18 OCT 2026</a:t>
            </a:r>
          </a:p>
        </p:txBody>
      </p:sp>
    </p:spTree>
    <p:extLst>
      <p:ext uri="{BB962C8B-B14F-4D97-AF65-F5344CB8AC3E}">
        <p14:creationId xmlns:p14="http://schemas.microsoft.com/office/powerpoint/2010/main" val="1949668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602BA-DFC3-44A0-837D-31A76050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6BFC9"/>
                </a:solidFill>
              </a:defRPr>
            </a:defPPr>
            <a:lvl1pPr>
              <a:defRPr sz="975" b="1">
                <a:solidFill>
                  <a:srgbClr val="46BFC9"/>
                </a:solidFill>
              </a:defRPr>
            </a:lvl1pPr>
            <a:lvl2pPr>
              <a:defRPr sz="975" b="1">
                <a:solidFill>
                  <a:srgbClr val="46BFC9"/>
                </a:solidFill>
              </a:defRPr>
            </a:lvl2pPr>
            <a:lvl3pPr>
              <a:defRPr sz="975" b="1">
                <a:solidFill>
                  <a:srgbClr val="46BFC9"/>
                </a:solidFill>
              </a:defRPr>
            </a:lvl3pPr>
            <a:lvl4pPr>
              <a:defRPr sz="975" b="1">
                <a:solidFill>
                  <a:srgbClr val="46BFC9"/>
                </a:solidFill>
              </a:defRPr>
            </a:lvl4pPr>
            <a:lvl5pPr>
              <a:defRPr sz="975" b="1">
                <a:solidFill>
                  <a:srgbClr val="46BFC9"/>
                </a:solidFill>
              </a:defRPr>
            </a:lvl5pPr>
            <a:lvl6pPr>
              <a:defRPr sz="975" b="1">
                <a:solidFill>
                  <a:srgbClr val="46BFC9"/>
                </a:solidFill>
              </a:defRPr>
            </a:lvl6pPr>
            <a:lvl7pPr>
              <a:defRPr sz="975" b="1">
                <a:solidFill>
                  <a:srgbClr val="46BFC9"/>
                </a:solidFill>
              </a:defRPr>
            </a:lvl7pPr>
            <a:lvl8pPr>
              <a:defRPr sz="975" b="1">
                <a:solidFill>
                  <a:srgbClr val="46BFC9"/>
                </a:solidFill>
              </a:defRPr>
            </a:lvl8pPr>
            <a:lvl9pPr>
              <a:defRPr sz="975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46BFC9"/>
                </a:solidFill>
              </a:defRPr>
            </a:pPr>
            <a:r>
              <a:rPr sz="975" b="1">
                <a:solidFill>
                  <a:srgbClr val="46BFC9"/>
                </a:solidFill>
              </a:rPr>
              <a:t>PRODUCT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0FE97-6845-49E1-8863-20801630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1E9EC"/>
                </a:solidFill>
              </a:defRPr>
            </a:defPPr>
            <a:lvl1pPr>
              <a:defRPr sz="2550" b="1">
                <a:solidFill>
                  <a:srgbClr val="E1E9EC"/>
                </a:solidFill>
              </a:defRPr>
            </a:lvl1pPr>
            <a:lvl2pPr>
              <a:defRPr sz="2550" b="1">
                <a:solidFill>
                  <a:srgbClr val="E1E9EC"/>
                </a:solidFill>
              </a:defRPr>
            </a:lvl2pPr>
            <a:lvl3pPr>
              <a:defRPr sz="2550" b="1">
                <a:solidFill>
                  <a:srgbClr val="E1E9EC"/>
                </a:solidFill>
              </a:defRPr>
            </a:lvl3pPr>
            <a:lvl4pPr>
              <a:defRPr sz="2550" b="1">
                <a:solidFill>
                  <a:srgbClr val="E1E9EC"/>
                </a:solidFill>
              </a:defRPr>
            </a:lvl4pPr>
            <a:lvl5pPr>
              <a:defRPr sz="2550" b="1">
                <a:solidFill>
                  <a:srgbClr val="E1E9EC"/>
                </a:solidFill>
              </a:defRPr>
            </a:lvl5pPr>
            <a:lvl6pPr>
              <a:defRPr sz="2550" b="1">
                <a:solidFill>
                  <a:srgbClr val="E1E9EC"/>
                </a:solidFill>
              </a:defRPr>
            </a:lvl6pPr>
            <a:lvl7pPr>
              <a:defRPr sz="2550" b="1">
                <a:solidFill>
                  <a:srgbClr val="E1E9EC"/>
                </a:solidFill>
              </a:defRPr>
            </a:lvl7pPr>
            <a:lvl8pPr>
              <a:defRPr sz="2550" b="1">
                <a:solidFill>
                  <a:srgbClr val="E1E9EC"/>
                </a:solidFill>
              </a:defRPr>
            </a:lvl8pPr>
            <a:lvl9pPr>
              <a:defRPr sz="255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1E9EC"/>
                </a:solidFill>
              </a:defRPr>
            </a:pPr>
            <a:r>
              <a:rPr sz="2550" b="1">
                <a:solidFill>
                  <a:srgbClr val="E1E9EC"/>
                </a:solidFill>
              </a:rPr>
              <a:t>Week 6 turns the pipeline into an explorable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5DBFC-64AA-483F-A5A3-E3C37A13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C0F06-3BF7-4C8E-9051-479FD804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24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92A3A9"/>
                </a:solidFill>
              </a:defRPr>
            </a:defPPr>
            <a:lvl1pPr algn="r">
              <a:defRPr sz="900" b="1">
                <a:solidFill>
                  <a:srgbClr val="92A3A9"/>
                </a:solidFill>
              </a:defRPr>
            </a:lvl1pPr>
            <a:lvl2pPr algn="r">
              <a:defRPr sz="900" b="1">
                <a:solidFill>
                  <a:srgbClr val="92A3A9"/>
                </a:solidFill>
              </a:defRPr>
            </a:lvl2pPr>
            <a:lvl3pPr algn="r">
              <a:defRPr sz="900" b="1">
                <a:solidFill>
                  <a:srgbClr val="92A3A9"/>
                </a:solidFill>
              </a:defRPr>
            </a:lvl3pPr>
            <a:lvl4pPr algn="r">
              <a:defRPr sz="900" b="1">
                <a:solidFill>
                  <a:srgbClr val="92A3A9"/>
                </a:solidFill>
              </a:defRPr>
            </a:lvl4pPr>
            <a:lvl5pPr algn="r">
              <a:defRPr sz="900" b="1">
                <a:solidFill>
                  <a:srgbClr val="92A3A9"/>
                </a:solidFill>
              </a:defRPr>
            </a:lvl5pPr>
            <a:lvl6pPr algn="r">
              <a:defRPr sz="900" b="1">
                <a:solidFill>
                  <a:srgbClr val="92A3A9"/>
                </a:solidFill>
              </a:defRPr>
            </a:lvl6pPr>
            <a:lvl7pPr algn="r">
              <a:defRPr sz="900" b="1">
                <a:solidFill>
                  <a:srgbClr val="92A3A9"/>
                </a:solidFill>
              </a:defRPr>
            </a:lvl7pPr>
            <a:lvl8pPr algn="r">
              <a:defRPr sz="900" b="1">
                <a:solidFill>
                  <a:srgbClr val="92A3A9"/>
                </a:solidFill>
              </a:defRPr>
            </a:lvl8pPr>
            <a:lvl9pPr algn="r">
              <a:defRPr sz="900" b="1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92A3A9"/>
                </a:solidFill>
              </a:defRPr>
            </a:pPr>
            <a:r>
              <a:rPr sz="900" b="1">
                <a:solidFill>
                  <a:srgbClr val="92A3A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DDDB1-0DD7-49F9-B98E-82491A71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5343525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82329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18CFC-D636-4CD8-9B60-FFF3B8CC0C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527a6cf3e40bf"/>
          <a:srcRect xmlns:a="http://schemas.openxmlformats.org/drawingml/2006/main" l="0" t="5000" r="0" b="17000"/>
          <a:stretch xmlns:a="http://schemas.openxmlformats.org/drawingml/2006/main"/>
        </p:blipFill>
        <p:spPr>
          <a:xfrm xmlns:a="http://schemas.openxmlformats.org/drawingml/2006/main">
            <a:off x="609600" y="1504950"/>
            <a:ext cx="5305425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19CE8-05D3-4108-B692-9612B068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85900"/>
            <a:ext cx="5343525" cy="422910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82329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96DA0-59C9-419F-B251-CB119E03F0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6bbc72e8dc402f"/>
          <a:srcRect xmlns:a="http://schemas.openxmlformats.org/drawingml/2006/main" l="0" t="28000" r="0" b="2000"/>
          <a:stretch xmlns:a="http://schemas.openxmlformats.org/drawingml/2006/main"/>
        </p:blipFill>
        <p:spPr>
          <a:xfrm xmlns:a="http://schemas.openxmlformats.org/drawingml/2006/main">
            <a:off x="6276975" y="1504950"/>
            <a:ext cx="5305425" cy="4191000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DDE77-CB6F-4BF1-B802-337C4A36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343A"/>
          </a:solidFill>
          <a:ln xmlns:a="http://schemas.openxmlformats.org/drawingml/2006/main" w="9525">
            <a:solidFill>
              <a:srgbClr val="46BF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3A4C1-164C-444A-8E2C-78CA9BCF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46BFC9"/>
                </a:solidFill>
              </a:defRPr>
            </a:defPPr>
            <a:lvl1pPr algn="ctr">
              <a:defRPr sz="975" b="1">
                <a:solidFill>
                  <a:srgbClr val="46BFC9"/>
                </a:solidFill>
              </a:defRPr>
            </a:lvl1pPr>
            <a:lvl2pPr algn="ctr">
              <a:defRPr sz="975" b="1">
                <a:solidFill>
                  <a:srgbClr val="46BFC9"/>
                </a:solidFill>
              </a:defRPr>
            </a:lvl2pPr>
            <a:lvl3pPr algn="ctr">
              <a:defRPr sz="975" b="1">
                <a:solidFill>
                  <a:srgbClr val="46BFC9"/>
                </a:solidFill>
              </a:defRPr>
            </a:lvl3pPr>
            <a:lvl4pPr algn="ctr">
              <a:defRPr sz="975" b="1">
                <a:solidFill>
                  <a:srgbClr val="46BFC9"/>
                </a:solidFill>
              </a:defRPr>
            </a:lvl4pPr>
            <a:lvl5pPr algn="ctr">
              <a:defRPr sz="975" b="1">
                <a:solidFill>
                  <a:srgbClr val="46BFC9"/>
                </a:solidFill>
              </a:defRPr>
            </a:lvl5pPr>
            <a:lvl6pPr algn="ctr">
              <a:defRPr sz="975" b="1">
                <a:solidFill>
                  <a:srgbClr val="46BFC9"/>
                </a:solidFill>
              </a:defRPr>
            </a:lvl6pPr>
            <a:lvl7pPr algn="ctr">
              <a:defRPr sz="975" b="1">
                <a:solidFill>
                  <a:srgbClr val="46BFC9"/>
                </a:solidFill>
              </a:defRPr>
            </a:lvl7pPr>
            <a:lvl8pPr algn="ctr">
              <a:defRPr sz="975" b="1">
                <a:solidFill>
                  <a:srgbClr val="46BFC9"/>
                </a:solidFill>
              </a:defRPr>
            </a:lvl8pPr>
            <a:lvl9pPr algn="ctr">
              <a:defRPr sz="975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46BFC9"/>
                </a:solidFill>
              </a:defRPr>
            </a:pPr>
            <a:r>
              <a:rPr sz="975" b="1">
                <a:solidFill>
                  <a:srgbClr val="46BFC9"/>
                </a:solidFill>
              </a:rPr>
              <a:t>GENE 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57670-633E-4E74-BEA4-B33C0FBD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467350"/>
            <a:ext cx="1428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7343A"/>
          </a:solidFill>
          <a:ln xmlns:a="http://schemas.openxmlformats.org/drawingml/2006/main" w="9525">
            <a:solidFill>
              <a:srgbClr val="46BF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616C6-1E81-4B7D-8F29-59990E81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514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46BFC9"/>
                </a:solidFill>
              </a:defRPr>
            </a:defPPr>
            <a:lvl1pPr algn="ctr">
              <a:defRPr sz="975" b="1">
                <a:solidFill>
                  <a:srgbClr val="46BFC9"/>
                </a:solidFill>
              </a:defRPr>
            </a:lvl1pPr>
            <a:lvl2pPr algn="ctr">
              <a:defRPr sz="975" b="1">
                <a:solidFill>
                  <a:srgbClr val="46BFC9"/>
                </a:solidFill>
              </a:defRPr>
            </a:lvl2pPr>
            <a:lvl3pPr algn="ctr">
              <a:defRPr sz="975" b="1">
                <a:solidFill>
                  <a:srgbClr val="46BFC9"/>
                </a:solidFill>
              </a:defRPr>
            </a:lvl3pPr>
            <a:lvl4pPr algn="ctr">
              <a:defRPr sz="975" b="1">
                <a:solidFill>
                  <a:srgbClr val="46BFC9"/>
                </a:solidFill>
              </a:defRPr>
            </a:lvl4pPr>
            <a:lvl5pPr algn="ctr">
              <a:defRPr sz="975" b="1">
                <a:solidFill>
                  <a:srgbClr val="46BFC9"/>
                </a:solidFill>
              </a:defRPr>
            </a:lvl5pPr>
            <a:lvl6pPr algn="ctr">
              <a:defRPr sz="975" b="1">
                <a:solidFill>
                  <a:srgbClr val="46BFC9"/>
                </a:solidFill>
              </a:defRPr>
            </a:lvl6pPr>
            <a:lvl7pPr algn="ctr">
              <a:defRPr sz="975" b="1">
                <a:solidFill>
                  <a:srgbClr val="46BFC9"/>
                </a:solidFill>
              </a:defRPr>
            </a:lvl7pPr>
            <a:lvl8pPr algn="ctr">
              <a:defRPr sz="975" b="1">
                <a:solidFill>
                  <a:srgbClr val="46BFC9"/>
                </a:solidFill>
              </a:defRPr>
            </a:lvl8pPr>
            <a:lvl9pPr algn="ctr">
              <a:defRPr sz="975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46BFC9"/>
                </a:solidFill>
              </a:defRPr>
            </a:pPr>
            <a:r>
              <a:rPr sz="975" b="1">
                <a:solidFill>
                  <a:srgbClr val="46BFC9"/>
                </a:solidFill>
              </a:rPr>
              <a:t>NOVEL TOP 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95930-EA36-462B-8B6D-E10343C6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054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1E9EC"/>
                </a:solidFill>
              </a:defRPr>
            </a:defPPr>
            <a:lvl1pPr>
              <a:defRPr sz="1125" b="1">
                <a:solidFill>
                  <a:srgbClr val="E1E9EC"/>
                </a:solidFill>
              </a:defRPr>
            </a:lvl1pPr>
            <a:lvl2pPr>
              <a:defRPr sz="1125" b="1">
                <a:solidFill>
                  <a:srgbClr val="E1E9EC"/>
                </a:solidFill>
              </a:defRPr>
            </a:lvl2pPr>
            <a:lvl3pPr>
              <a:defRPr sz="1125" b="1">
                <a:solidFill>
                  <a:srgbClr val="E1E9EC"/>
                </a:solidFill>
              </a:defRPr>
            </a:lvl3pPr>
            <a:lvl4pPr>
              <a:defRPr sz="1125" b="1">
                <a:solidFill>
                  <a:srgbClr val="E1E9EC"/>
                </a:solidFill>
              </a:defRPr>
            </a:lvl4pPr>
            <a:lvl5pPr>
              <a:defRPr sz="1125" b="1">
                <a:solidFill>
                  <a:srgbClr val="E1E9EC"/>
                </a:solidFill>
              </a:defRPr>
            </a:lvl5pPr>
            <a:lvl6pPr>
              <a:defRPr sz="1125" b="1">
                <a:solidFill>
                  <a:srgbClr val="E1E9EC"/>
                </a:solidFill>
              </a:defRPr>
            </a:lvl6pPr>
            <a:lvl7pPr>
              <a:defRPr sz="1125" b="1">
                <a:solidFill>
                  <a:srgbClr val="E1E9EC"/>
                </a:solidFill>
              </a:defRPr>
            </a:lvl7pPr>
            <a:lvl8pPr>
              <a:defRPr sz="1125" b="1">
                <a:solidFill>
                  <a:srgbClr val="E1E9EC"/>
                </a:solidFill>
              </a:defRPr>
            </a:lvl8pPr>
            <a:lvl9pPr>
              <a:defRPr sz="1125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E1E9EC"/>
                </a:solidFill>
              </a:defRPr>
            </a:pPr>
            <a:r>
              <a:rPr sz="1125" b="1">
                <a:solidFill>
                  <a:srgbClr val="E1E9EC"/>
                </a:solidFill>
              </a:rPr>
              <a:t>Scores · evidence · interactions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B3266-B082-40CD-89A4-325BE93E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505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E1E9EC"/>
                </a:solidFill>
              </a:defRPr>
            </a:defPPr>
            <a:lvl1pPr>
              <a:defRPr sz="1125" b="1">
                <a:solidFill>
                  <a:srgbClr val="E1E9EC"/>
                </a:solidFill>
              </a:defRPr>
            </a:lvl1pPr>
            <a:lvl2pPr>
              <a:defRPr sz="1125" b="1">
                <a:solidFill>
                  <a:srgbClr val="E1E9EC"/>
                </a:solidFill>
              </a:defRPr>
            </a:lvl2pPr>
            <a:lvl3pPr>
              <a:defRPr sz="1125" b="1">
                <a:solidFill>
                  <a:srgbClr val="E1E9EC"/>
                </a:solidFill>
              </a:defRPr>
            </a:lvl3pPr>
            <a:lvl4pPr>
              <a:defRPr sz="1125" b="1">
                <a:solidFill>
                  <a:srgbClr val="E1E9EC"/>
                </a:solidFill>
              </a:defRPr>
            </a:lvl4pPr>
            <a:lvl5pPr>
              <a:defRPr sz="1125" b="1">
                <a:solidFill>
                  <a:srgbClr val="E1E9EC"/>
                </a:solidFill>
              </a:defRPr>
            </a:lvl5pPr>
            <a:lvl6pPr>
              <a:defRPr sz="1125" b="1">
                <a:solidFill>
                  <a:srgbClr val="E1E9EC"/>
                </a:solidFill>
              </a:defRPr>
            </a:lvl6pPr>
            <a:lvl7pPr>
              <a:defRPr sz="1125" b="1">
                <a:solidFill>
                  <a:srgbClr val="E1E9EC"/>
                </a:solidFill>
              </a:defRPr>
            </a:lvl7pPr>
            <a:lvl8pPr>
              <a:defRPr sz="1125" b="1">
                <a:solidFill>
                  <a:srgbClr val="E1E9EC"/>
                </a:solidFill>
              </a:defRPr>
            </a:lvl8pPr>
            <a:lvl9pPr>
              <a:defRPr sz="1125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E1E9EC"/>
                </a:solidFill>
              </a:defRPr>
            </a:pPr>
            <a:r>
              <a:rPr sz="1125" b="1">
                <a:solidFill>
                  <a:srgbClr val="E1E9EC"/>
                </a:solidFill>
              </a:rPr>
              <a:t>Filters · CSV export · neighbors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AAB0F-FDC2-4E03-9235-5A0C8EEF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5281D"/>
          </a:solidFill>
          <a:ln xmlns:a="http://schemas.openxmlformats.org/drawingml/2006/main" w="9525">
            <a:solidFill>
              <a:srgbClr val="66BF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77BF4-41EF-44DB-8BE6-D140B31C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0075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00" b="1">
                <a:solidFill>
                  <a:srgbClr val="66BF8B"/>
                </a:solidFill>
              </a:defRPr>
            </a:defPPr>
            <a:lvl1pPr algn="ctr">
              <a:defRPr sz="1200" b="1">
                <a:solidFill>
                  <a:srgbClr val="66BF8B"/>
                </a:solidFill>
              </a:defRPr>
            </a:lvl1pPr>
            <a:lvl2pPr algn="ctr">
              <a:defRPr sz="1200" b="1">
                <a:solidFill>
                  <a:srgbClr val="66BF8B"/>
                </a:solidFill>
              </a:defRPr>
            </a:lvl2pPr>
            <a:lvl3pPr algn="ctr">
              <a:defRPr sz="1200" b="1">
                <a:solidFill>
                  <a:srgbClr val="66BF8B"/>
                </a:solidFill>
              </a:defRPr>
            </a:lvl3pPr>
            <a:lvl4pPr algn="ctr">
              <a:defRPr sz="1200" b="1">
                <a:solidFill>
                  <a:srgbClr val="66BF8B"/>
                </a:solidFill>
              </a:defRPr>
            </a:lvl4pPr>
            <a:lvl5pPr algn="ctr">
              <a:defRPr sz="1200" b="1">
                <a:solidFill>
                  <a:srgbClr val="66BF8B"/>
                </a:solidFill>
              </a:defRPr>
            </a:lvl5pPr>
            <a:lvl6pPr algn="ctr">
              <a:defRPr sz="1200" b="1">
                <a:solidFill>
                  <a:srgbClr val="66BF8B"/>
                </a:solidFill>
              </a:defRPr>
            </a:lvl6pPr>
            <a:lvl7pPr algn="ctr">
              <a:defRPr sz="1200" b="1">
                <a:solidFill>
                  <a:srgbClr val="66BF8B"/>
                </a:solidFill>
              </a:defRPr>
            </a:lvl7pPr>
            <a:lvl8pPr algn="ctr">
              <a:defRPr sz="1200" b="1">
                <a:solidFill>
                  <a:srgbClr val="66BF8B"/>
                </a:solidFill>
              </a:defRPr>
            </a:lvl8pPr>
            <a:lvl9pPr algn="ctr">
              <a:defRPr sz="1200" b="1">
                <a:solidFill>
                  <a:srgbClr val="66BF8B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66BF8B"/>
                </a:solidFill>
              </a:defRPr>
            </a:pPr>
            <a:r>
              <a:rPr sz="1200" b="1">
                <a:solidFill>
                  <a:srgbClr val="66BF8B"/>
                </a:solidFill>
              </a:rPr>
              <a:t>Both views load the same saved score files used by nominate_lookup, so chat and Genes cannot disagree.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048D6-5178-4436-8027-9D7A8467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92A3A9"/>
                </a:solidFill>
              </a:defRPr>
            </a:defPPr>
            <a:lvl1pPr>
              <a:defRPr sz="750" b="0">
                <a:solidFill>
                  <a:srgbClr val="92A3A9"/>
                </a:solidFill>
              </a:defRPr>
            </a:lvl1pPr>
            <a:lvl2pPr>
              <a:defRPr sz="750" b="0">
                <a:solidFill>
                  <a:srgbClr val="92A3A9"/>
                </a:solidFill>
              </a:defRPr>
            </a:lvl2pPr>
            <a:lvl3pPr>
              <a:defRPr sz="750" b="0">
                <a:solidFill>
                  <a:srgbClr val="92A3A9"/>
                </a:solidFill>
              </a:defRPr>
            </a:lvl3pPr>
            <a:lvl4pPr>
              <a:defRPr sz="750" b="0">
                <a:solidFill>
                  <a:srgbClr val="92A3A9"/>
                </a:solidFill>
              </a:defRPr>
            </a:lvl4pPr>
            <a:lvl5pPr>
              <a:defRPr sz="750" b="0">
                <a:solidFill>
                  <a:srgbClr val="92A3A9"/>
                </a:solidFill>
              </a:defRPr>
            </a:lvl5pPr>
            <a:lvl6pPr>
              <a:defRPr sz="750" b="0">
                <a:solidFill>
                  <a:srgbClr val="92A3A9"/>
                </a:solidFill>
              </a:defRPr>
            </a:lvl6pPr>
            <a:lvl7pPr>
              <a:defRPr sz="750" b="0">
                <a:solidFill>
                  <a:srgbClr val="92A3A9"/>
                </a:solidFill>
              </a:defRPr>
            </a:lvl7pPr>
            <a:lvl8pPr>
              <a:defRPr sz="750" b="0">
                <a:solidFill>
                  <a:srgbClr val="92A3A9"/>
                </a:solidFill>
              </a:defRPr>
            </a:lvl8pPr>
            <a:lvl9pPr>
              <a:defRPr sz="7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92A3A9"/>
                </a:solidFill>
              </a:defRPr>
            </a:pPr>
            <a:r>
              <a:rPr sz="750" b="0">
                <a:solidFill>
                  <a:srgbClr val="92A3A9"/>
                </a:solidFill>
              </a:rPr>
              <a:t>Sources: frontend-react/src/components/GenesTab.jsx · backend/api/reasoning.py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269A3-7301-4C70-BE56-6B2042B1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92A3A9"/>
                </a:solidFill>
              </a:defRPr>
            </a:defPPr>
            <a:lvl1pPr algn="r">
              <a:defRPr sz="750" b="1">
                <a:solidFill>
                  <a:srgbClr val="92A3A9"/>
                </a:solidFill>
              </a:defRPr>
            </a:lvl1pPr>
            <a:lvl2pPr algn="r">
              <a:defRPr sz="750" b="1">
                <a:solidFill>
                  <a:srgbClr val="92A3A9"/>
                </a:solidFill>
              </a:defRPr>
            </a:lvl2pPr>
            <a:lvl3pPr algn="r">
              <a:defRPr sz="750" b="1">
                <a:solidFill>
                  <a:srgbClr val="92A3A9"/>
                </a:solidFill>
              </a:defRPr>
            </a:lvl3pPr>
            <a:lvl4pPr algn="r">
              <a:defRPr sz="750" b="1">
                <a:solidFill>
                  <a:srgbClr val="92A3A9"/>
                </a:solidFill>
              </a:defRPr>
            </a:lvl4pPr>
            <a:lvl5pPr algn="r">
              <a:defRPr sz="750" b="1">
                <a:solidFill>
                  <a:srgbClr val="92A3A9"/>
                </a:solidFill>
              </a:defRPr>
            </a:lvl5pPr>
            <a:lvl6pPr algn="r">
              <a:defRPr sz="750" b="1">
                <a:solidFill>
                  <a:srgbClr val="92A3A9"/>
                </a:solidFill>
              </a:defRPr>
            </a:lvl6pPr>
            <a:lvl7pPr algn="r">
              <a:defRPr sz="750" b="1">
                <a:solidFill>
                  <a:srgbClr val="92A3A9"/>
                </a:solidFill>
              </a:defRPr>
            </a:lvl7pPr>
            <a:lvl8pPr algn="r">
              <a:defRPr sz="750" b="1">
                <a:solidFill>
                  <a:srgbClr val="92A3A9"/>
                </a:solidFill>
              </a:defRPr>
            </a:lvl8pPr>
            <a:lvl9pPr algn="r">
              <a:defRPr sz="750" b="1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92A3A9"/>
                </a:solidFill>
              </a:defRPr>
            </a:pPr>
            <a:r>
              <a:rPr sz="750" b="1">
                <a:solidFill>
                  <a:srgbClr val="92A3A9"/>
                </a:solidFill>
              </a:rPr>
              <a:t>BT-CAP · 18 OCT 2026</a:t>
            </a:r>
          </a:p>
        </p:txBody>
      </p:sp>
    </p:spTree>
    <p:extLst>
      <p:ext uri="{BB962C8B-B14F-4D97-AF65-F5344CB8AC3E}">
        <p14:creationId xmlns:p14="http://schemas.microsoft.com/office/powerpoint/2010/main" val="2104901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189FA-8007-448A-8CC4-632952F1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6BFC9"/>
                </a:solidFill>
              </a:defRPr>
            </a:defPPr>
            <a:lvl1pPr>
              <a:defRPr sz="975" b="1">
                <a:solidFill>
                  <a:srgbClr val="46BFC9"/>
                </a:solidFill>
              </a:defRPr>
            </a:lvl1pPr>
            <a:lvl2pPr>
              <a:defRPr sz="975" b="1">
                <a:solidFill>
                  <a:srgbClr val="46BFC9"/>
                </a:solidFill>
              </a:defRPr>
            </a:lvl2pPr>
            <a:lvl3pPr>
              <a:defRPr sz="975" b="1">
                <a:solidFill>
                  <a:srgbClr val="46BFC9"/>
                </a:solidFill>
              </a:defRPr>
            </a:lvl3pPr>
            <a:lvl4pPr>
              <a:defRPr sz="975" b="1">
                <a:solidFill>
                  <a:srgbClr val="46BFC9"/>
                </a:solidFill>
              </a:defRPr>
            </a:lvl4pPr>
            <a:lvl5pPr>
              <a:defRPr sz="975" b="1">
                <a:solidFill>
                  <a:srgbClr val="46BFC9"/>
                </a:solidFill>
              </a:defRPr>
            </a:lvl5pPr>
            <a:lvl6pPr>
              <a:defRPr sz="975" b="1">
                <a:solidFill>
                  <a:srgbClr val="46BFC9"/>
                </a:solidFill>
              </a:defRPr>
            </a:lvl6pPr>
            <a:lvl7pPr>
              <a:defRPr sz="975" b="1">
                <a:solidFill>
                  <a:srgbClr val="46BFC9"/>
                </a:solidFill>
              </a:defRPr>
            </a:lvl7pPr>
            <a:lvl8pPr>
              <a:defRPr sz="975" b="1">
                <a:solidFill>
                  <a:srgbClr val="46BFC9"/>
                </a:solidFill>
              </a:defRPr>
            </a:lvl8pPr>
            <a:lvl9pPr>
              <a:defRPr sz="975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46BFC9"/>
                </a:solidFill>
              </a:defRPr>
            </a:pPr>
            <a:r>
              <a:rPr sz="975" b="1">
                <a:solidFill>
                  <a:srgbClr val="46BFC9"/>
                </a:solidFill>
              </a:rPr>
              <a:t>VERIFICATION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B89F45-D854-4F34-89E4-9CAB3376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1E9EC"/>
                </a:solidFill>
              </a:defRPr>
            </a:defPPr>
            <a:lvl1pPr>
              <a:defRPr sz="2550" b="1">
                <a:solidFill>
                  <a:srgbClr val="E1E9EC"/>
                </a:solidFill>
              </a:defRPr>
            </a:lvl1pPr>
            <a:lvl2pPr>
              <a:defRPr sz="2550" b="1">
                <a:solidFill>
                  <a:srgbClr val="E1E9EC"/>
                </a:solidFill>
              </a:defRPr>
            </a:lvl2pPr>
            <a:lvl3pPr>
              <a:defRPr sz="2550" b="1">
                <a:solidFill>
                  <a:srgbClr val="E1E9EC"/>
                </a:solidFill>
              </a:defRPr>
            </a:lvl3pPr>
            <a:lvl4pPr>
              <a:defRPr sz="2550" b="1">
                <a:solidFill>
                  <a:srgbClr val="E1E9EC"/>
                </a:solidFill>
              </a:defRPr>
            </a:lvl4pPr>
            <a:lvl5pPr>
              <a:defRPr sz="2550" b="1">
                <a:solidFill>
                  <a:srgbClr val="E1E9EC"/>
                </a:solidFill>
              </a:defRPr>
            </a:lvl5pPr>
            <a:lvl6pPr>
              <a:defRPr sz="2550" b="1">
                <a:solidFill>
                  <a:srgbClr val="E1E9EC"/>
                </a:solidFill>
              </a:defRPr>
            </a:lvl6pPr>
            <a:lvl7pPr>
              <a:defRPr sz="2550" b="1">
                <a:solidFill>
                  <a:srgbClr val="E1E9EC"/>
                </a:solidFill>
              </a:defRPr>
            </a:lvl7pPr>
            <a:lvl8pPr>
              <a:defRPr sz="2550" b="1">
                <a:solidFill>
                  <a:srgbClr val="E1E9EC"/>
                </a:solidFill>
              </a:defRPr>
            </a:lvl8pPr>
            <a:lvl9pPr>
              <a:defRPr sz="255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1E9EC"/>
                </a:solidFill>
              </a:defRPr>
            </a:pPr>
            <a:r>
              <a:rPr sz="2550" b="1">
                <a:solidFill>
                  <a:srgbClr val="E1E9EC"/>
                </a:solidFill>
              </a:rPr>
              <a:t>The integrated portal passes every required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A43B1-EF73-4D4C-A58E-926FCFC7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80D6F-2BF9-4508-8474-88D86BA8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24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92A3A9"/>
                </a:solidFill>
              </a:defRPr>
            </a:defPPr>
            <a:lvl1pPr algn="r">
              <a:defRPr sz="900" b="1">
                <a:solidFill>
                  <a:srgbClr val="92A3A9"/>
                </a:solidFill>
              </a:defRPr>
            </a:lvl1pPr>
            <a:lvl2pPr algn="r">
              <a:defRPr sz="900" b="1">
                <a:solidFill>
                  <a:srgbClr val="92A3A9"/>
                </a:solidFill>
              </a:defRPr>
            </a:lvl2pPr>
            <a:lvl3pPr algn="r">
              <a:defRPr sz="900" b="1">
                <a:solidFill>
                  <a:srgbClr val="92A3A9"/>
                </a:solidFill>
              </a:defRPr>
            </a:lvl3pPr>
            <a:lvl4pPr algn="r">
              <a:defRPr sz="900" b="1">
                <a:solidFill>
                  <a:srgbClr val="92A3A9"/>
                </a:solidFill>
              </a:defRPr>
            </a:lvl4pPr>
            <a:lvl5pPr algn="r">
              <a:defRPr sz="900" b="1">
                <a:solidFill>
                  <a:srgbClr val="92A3A9"/>
                </a:solidFill>
              </a:defRPr>
            </a:lvl5pPr>
            <a:lvl6pPr algn="r">
              <a:defRPr sz="900" b="1">
                <a:solidFill>
                  <a:srgbClr val="92A3A9"/>
                </a:solidFill>
              </a:defRPr>
            </a:lvl6pPr>
            <a:lvl7pPr algn="r">
              <a:defRPr sz="900" b="1">
                <a:solidFill>
                  <a:srgbClr val="92A3A9"/>
                </a:solidFill>
              </a:defRPr>
            </a:lvl7pPr>
            <a:lvl8pPr algn="r">
              <a:defRPr sz="900" b="1">
                <a:solidFill>
                  <a:srgbClr val="92A3A9"/>
                </a:solidFill>
              </a:defRPr>
            </a:lvl8pPr>
            <a:lvl9pPr algn="r">
              <a:defRPr sz="900" b="1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92A3A9"/>
                </a:solidFill>
              </a:defRPr>
            </a:pPr>
            <a:r>
              <a:rPr sz="900" b="1">
                <a:solidFill>
                  <a:srgbClr val="92A3A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C2B3B-A4F3-449F-9611-8D75B4BB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B6D17-F8BC-472B-8C51-07BFB8B2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66BF8B"/>
                </a:solidFill>
              </a:defRPr>
            </a:defPPr>
            <a:lvl1pPr>
              <a:defRPr sz="2550" b="1">
                <a:solidFill>
                  <a:srgbClr val="66BF8B"/>
                </a:solidFill>
              </a:defRPr>
            </a:lvl1pPr>
            <a:lvl2pPr>
              <a:defRPr sz="2550" b="1">
                <a:solidFill>
                  <a:srgbClr val="66BF8B"/>
                </a:solidFill>
              </a:defRPr>
            </a:lvl2pPr>
            <a:lvl3pPr>
              <a:defRPr sz="2550" b="1">
                <a:solidFill>
                  <a:srgbClr val="66BF8B"/>
                </a:solidFill>
              </a:defRPr>
            </a:lvl3pPr>
            <a:lvl4pPr>
              <a:defRPr sz="2550" b="1">
                <a:solidFill>
                  <a:srgbClr val="66BF8B"/>
                </a:solidFill>
              </a:defRPr>
            </a:lvl4pPr>
            <a:lvl5pPr>
              <a:defRPr sz="2550" b="1">
                <a:solidFill>
                  <a:srgbClr val="66BF8B"/>
                </a:solidFill>
              </a:defRPr>
            </a:lvl5pPr>
            <a:lvl6pPr>
              <a:defRPr sz="2550" b="1">
                <a:solidFill>
                  <a:srgbClr val="66BF8B"/>
                </a:solidFill>
              </a:defRPr>
            </a:lvl6pPr>
            <a:lvl7pPr>
              <a:defRPr sz="2550" b="1">
                <a:solidFill>
                  <a:srgbClr val="66BF8B"/>
                </a:solidFill>
              </a:defRPr>
            </a:lvl7pPr>
            <a:lvl8pPr>
              <a:defRPr sz="2550" b="1">
                <a:solidFill>
                  <a:srgbClr val="66BF8B"/>
                </a:solidFill>
              </a:defRPr>
            </a:lvl8pPr>
            <a:lvl9pPr>
              <a:defRPr sz="2550" b="1">
                <a:solidFill>
                  <a:srgbClr val="66BF8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6BF8B"/>
                </a:solidFill>
              </a:defRPr>
            </a:pPr>
            <a:r>
              <a:rPr sz="2550" b="1">
                <a:solidFill>
                  <a:srgbClr val="66BF8B"/>
                </a:solidFill>
              </a:rPr>
              <a:t>44 / 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7C8A7-33DD-4D28-A364-D8B34129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2A3A9"/>
                </a:solidFill>
              </a:defRPr>
            </a:defPPr>
            <a:lvl1pPr>
              <a:defRPr sz="1125" b="0">
                <a:solidFill>
                  <a:srgbClr val="92A3A9"/>
                </a:solidFill>
              </a:defRPr>
            </a:lvl1pPr>
            <a:lvl2pPr>
              <a:defRPr sz="1125" b="0">
                <a:solidFill>
                  <a:srgbClr val="92A3A9"/>
                </a:solidFill>
              </a:defRPr>
            </a:lvl2pPr>
            <a:lvl3pPr>
              <a:defRPr sz="1125" b="0">
                <a:solidFill>
                  <a:srgbClr val="92A3A9"/>
                </a:solidFill>
              </a:defRPr>
            </a:lvl3pPr>
            <a:lvl4pPr>
              <a:defRPr sz="1125" b="0">
                <a:solidFill>
                  <a:srgbClr val="92A3A9"/>
                </a:solidFill>
              </a:defRPr>
            </a:lvl4pPr>
            <a:lvl5pPr>
              <a:defRPr sz="1125" b="0">
                <a:solidFill>
                  <a:srgbClr val="92A3A9"/>
                </a:solidFill>
              </a:defRPr>
            </a:lvl5pPr>
            <a:lvl6pPr>
              <a:defRPr sz="1125" b="0">
                <a:solidFill>
                  <a:srgbClr val="92A3A9"/>
                </a:solidFill>
              </a:defRPr>
            </a:lvl6pPr>
            <a:lvl7pPr>
              <a:defRPr sz="1125" b="0">
                <a:solidFill>
                  <a:srgbClr val="92A3A9"/>
                </a:solidFill>
              </a:defRPr>
            </a:lvl7pPr>
            <a:lvl8pPr>
              <a:defRPr sz="1125" b="0">
                <a:solidFill>
                  <a:srgbClr val="92A3A9"/>
                </a:solidFill>
              </a:defRPr>
            </a:lvl8pPr>
            <a:lvl9pPr>
              <a:defRPr sz="1125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questions matched</a:t>
            </a:r>
          </a:p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API ↔ CLI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21F97-49D3-46CF-87F3-ACAB31AF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5049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C5517-33C6-415E-9C02-2ABD50FE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573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66BF8B"/>
                </a:solidFill>
              </a:defRPr>
            </a:defPPr>
            <a:lvl1pPr>
              <a:defRPr sz="2550" b="1">
                <a:solidFill>
                  <a:srgbClr val="66BF8B"/>
                </a:solidFill>
              </a:defRPr>
            </a:lvl1pPr>
            <a:lvl2pPr>
              <a:defRPr sz="2550" b="1">
                <a:solidFill>
                  <a:srgbClr val="66BF8B"/>
                </a:solidFill>
              </a:defRPr>
            </a:lvl2pPr>
            <a:lvl3pPr>
              <a:defRPr sz="2550" b="1">
                <a:solidFill>
                  <a:srgbClr val="66BF8B"/>
                </a:solidFill>
              </a:defRPr>
            </a:lvl3pPr>
            <a:lvl4pPr>
              <a:defRPr sz="2550" b="1">
                <a:solidFill>
                  <a:srgbClr val="66BF8B"/>
                </a:solidFill>
              </a:defRPr>
            </a:lvl4pPr>
            <a:lvl5pPr>
              <a:defRPr sz="2550" b="1">
                <a:solidFill>
                  <a:srgbClr val="66BF8B"/>
                </a:solidFill>
              </a:defRPr>
            </a:lvl5pPr>
            <a:lvl6pPr>
              <a:defRPr sz="2550" b="1">
                <a:solidFill>
                  <a:srgbClr val="66BF8B"/>
                </a:solidFill>
              </a:defRPr>
            </a:lvl6pPr>
            <a:lvl7pPr>
              <a:defRPr sz="2550" b="1">
                <a:solidFill>
                  <a:srgbClr val="66BF8B"/>
                </a:solidFill>
              </a:defRPr>
            </a:lvl7pPr>
            <a:lvl8pPr>
              <a:defRPr sz="2550" b="1">
                <a:solidFill>
                  <a:srgbClr val="66BF8B"/>
                </a:solidFill>
              </a:defRPr>
            </a:lvl8pPr>
            <a:lvl9pPr>
              <a:defRPr sz="2550" b="1">
                <a:solidFill>
                  <a:srgbClr val="66BF8B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66BF8B"/>
                </a:solidFill>
              </a:defRPr>
            </a:pPr>
            <a:r>
              <a:rPr sz="2550" b="1">
                <a:solidFill>
                  <a:srgbClr val="66BF8B"/>
                </a:solidFill>
              </a:rPr>
              <a:t>24 / 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46A4C-4356-4346-9F38-6A7E4428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050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2A3A9"/>
                </a:solidFill>
              </a:defRPr>
            </a:defPPr>
            <a:lvl1pPr>
              <a:defRPr sz="1125" b="0">
                <a:solidFill>
                  <a:srgbClr val="92A3A9"/>
                </a:solidFill>
              </a:defRPr>
            </a:lvl1pPr>
            <a:lvl2pPr>
              <a:defRPr sz="1125" b="0">
                <a:solidFill>
                  <a:srgbClr val="92A3A9"/>
                </a:solidFill>
              </a:defRPr>
            </a:lvl2pPr>
            <a:lvl3pPr>
              <a:defRPr sz="1125" b="0">
                <a:solidFill>
                  <a:srgbClr val="92A3A9"/>
                </a:solidFill>
              </a:defRPr>
            </a:lvl3pPr>
            <a:lvl4pPr>
              <a:defRPr sz="1125" b="0">
                <a:solidFill>
                  <a:srgbClr val="92A3A9"/>
                </a:solidFill>
              </a:defRPr>
            </a:lvl4pPr>
            <a:lvl5pPr>
              <a:defRPr sz="1125" b="0">
                <a:solidFill>
                  <a:srgbClr val="92A3A9"/>
                </a:solidFill>
              </a:defRPr>
            </a:lvl5pPr>
            <a:lvl6pPr>
              <a:defRPr sz="1125" b="0">
                <a:solidFill>
                  <a:srgbClr val="92A3A9"/>
                </a:solidFill>
              </a:defRPr>
            </a:lvl6pPr>
            <a:lvl7pPr>
              <a:defRPr sz="1125" b="0">
                <a:solidFill>
                  <a:srgbClr val="92A3A9"/>
                </a:solidFill>
              </a:defRPr>
            </a:lvl7pPr>
            <a:lvl8pPr>
              <a:defRPr sz="1125" b="0">
                <a:solidFill>
                  <a:srgbClr val="92A3A9"/>
                </a:solidFill>
              </a:defRPr>
            </a:lvl8pPr>
            <a:lvl9pPr>
              <a:defRPr sz="1125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MedGemma cache hits</a:t>
            </a:r>
          </a:p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zero provider calls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2B4FA-1ED9-4A5E-AD85-CD694EBD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049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0E6D7A-1E42-4D28-913A-F5A5183F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46BFC9"/>
                </a:solidFill>
              </a:defRPr>
            </a:defPPr>
            <a:lvl1pPr>
              <a:defRPr sz="2550" b="1">
                <a:solidFill>
                  <a:srgbClr val="46BFC9"/>
                </a:solidFill>
              </a:defRPr>
            </a:lvl1pPr>
            <a:lvl2pPr>
              <a:defRPr sz="2550" b="1">
                <a:solidFill>
                  <a:srgbClr val="46BFC9"/>
                </a:solidFill>
              </a:defRPr>
            </a:lvl2pPr>
            <a:lvl3pPr>
              <a:defRPr sz="2550" b="1">
                <a:solidFill>
                  <a:srgbClr val="46BFC9"/>
                </a:solidFill>
              </a:defRPr>
            </a:lvl3pPr>
            <a:lvl4pPr>
              <a:defRPr sz="2550" b="1">
                <a:solidFill>
                  <a:srgbClr val="46BFC9"/>
                </a:solidFill>
              </a:defRPr>
            </a:lvl4pPr>
            <a:lvl5pPr>
              <a:defRPr sz="2550" b="1">
                <a:solidFill>
                  <a:srgbClr val="46BFC9"/>
                </a:solidFill>
              </a:defRPr>
            </a:lvl5pPr>
            <a:lvl6pPr>
              <a:defRPr sz="2550" b="1">
                <a:solidFill>
                  <a:srgbClr val="46BFC9"/>
                </a:solidFill>
              </a:defRPr>
            </a:lvl6pPr>
            <a:lvl7pPr>
              <a:defRPr sz="2550" b="1">
                <a:solidFill>
                  <a:srgbClr val="46BFC9"/>
                </a:solidFill>
              </a:defRPr>
            </a:lvl7pPr>
            <a:lvl8pPr>
              <a:defRPr sz="2550" b="1">
                <a:solidFill>
                  <a:srgbClr val="46BFC9"/>
                </a:solidFill>
              </a:defRPr>
            </a:lvl8pPr>
            <a:lvl9pPr>
              <a:defRPr sz="2550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46BFC9"/>
                </a:solidFill>
              </a:defRPr>
            </a:pPr>
            <a:r>
              <a:rPr sz="2550" b="1">
                <a:solidFill>
                  <a:srgbClr val="46BFC9"/>
                </a:solidFill>
              </a:rPr>
              <a:t>310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8C7E4-8E1D-495B-B56E-92A099BA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050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2A3A9"/>
                </a:solidFill>
              </a:defRPr>
            </a:defPPr>
            <a:lvl1pPr>
              <a:defRPr sz="1125" b="0">
                <a:solidFill>
                  <a:srgbClr val="92A3A9"/>
                </a:solidFill>
              </a:defRPr>
            </a:lvl1pPr>
            <a:lvl2pPr>
              <a:defRPr sz="1125" b="0">
                <a:solidFill>
                  <a:srgbClr val="92A3A9"/>
                </a:solidFill>
              </a:defRPr>
            </a:lvl2pPr>
            <a:lvl3pPr>
              <a:defRPr sz="1125" b="0">
                <a:solidFill>
                  <a:srgbClr val="92A3A9"/>
                </a:solidFill>
              </a:defRPr>
            </a:lvl3pPr>
            <a:lvl4pPr>
              <a:defRPr sz="1125" b="0">
                <a:solidFill>
                  <a:srgbClr val="92A3A9"/>
                </a:solidFill>
              </a:defRPr>
            </a:lvl4pPr>
            <a:lvl5pPr>
              <a:defRPr sz="1125" b="0">
                <a:solidFill>
                  <a:srgbClr val="92A3A9"/>
                </a:solidFill>
              </a:defRPr>
            </a:lvl5pPr>
            <a:lvl6pPr>
              <a:defRPr sz="1125" b="0">
                <a:solidFill>
                  <a:srgbClr val="92A3A9"/>
                </a:solidFill>
              </a:defRPr>
            </a:lvl6pPr>
            <a:lvl7pPr>
              <a:defRPr sz="1125" b="0">
                <a:solidFill>
                  <a:srgbClr val="92A3A9"/>
                </a:solidFill>
              </a:defRPr>
            </a:lvl7pPr>
            <a:lvl8pPr>
              <a:defRPr sz="1125" b="0">
                <a:solidFill>
                  <a:srgbClr val="92A3A9"/>
                </a:solidFill>
              </a:defRPr>
            </a:lvl8pPr>
            <a:lvl9pPr>
              <a:defRPr sz="1125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scored outputs checked</a:t>
            </a:r>
          </a:p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published-gene equality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D1068-D3E1-4D9A-904C-0ACA17E1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04950"/>
            <a:ext cx="2381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92280E-CD47-48DD-A83F-8CABC887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6573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46BFC9"/>
                </a:solidFill>
              </a:defRPr>
            </a:defPPr>
            <a:lvl1pPr>
              <a:defRPr sz="2550" b="1">
                <a:solidFill>
                  <a:srgbClr val="46BFC9"/>
                </a:solidFill>
              </a:defRPr>
            </a:lvl1pPr>
            <a:lvl2pPr>
              <a:defRPr sz="2550" b="1">
                <a:solidFill>
                  <a:srgbClr val="46BFC9"/>
                </a:solidFill>
              </a:defRPr>
            </a:lvl2pPr>
            <a:lvl3pPr>
              <a:defRPr sz="2550" b="1">
                <a:solidFill>
                  <a:srgbClr val="46BFC9"/>
                </a:solidFill>
              </a:defRPr>
            </a:lvl3pPr>
            <a:lvl4pPr>
              <a:defRPr sz="2550" b="1">
                <a:solidFill>
                  <a:srgbClr val="46BFC9"/>
                </a:solidFill>
              </a:defRPr>
            </a:lvl4pPr>
            <a:lvl5pPr>
              <a:defRPr sz="2550" b="1">
                <a:solidFill>
                  <a:srgbClr val="46BFC9"/>
                </a:solidFill>
              </a:defRPr>
            </a:lvl5pPr>
            <a:lvl6pPr>
              <a:defRPr sz="2550" b="1">
                <a:solidFill>
                  <a:srgbClr val="46BFC9"/>
                </a:solidFill>
              </a:defRPr>
            </a:lvl6pPr>
            <a:lvl7pPr>
              <a:defRPr sz="2550" b="1">
                <a:solidFill>
                  <a:srgbClr val="46BFC9"/>
                </a:solidFill>
              </a:defRPr>
            </a:lvl7pPr>
            <a:lvl8pPr>
              <a:defRPr sz="2550" b="1">
                <a:solidFill>
                  <a:srgbClr val="46BFC9"/>
                </a:solidFill>
              </a:defRPr>
            </a:lvl8pPr>
            <a:lvl9pPr>
              <a:defRPr sz="2550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46BFC9"/>
                </a:solidFill>
              </a:defRPr>
            </a:pPr>
            <a:r>
              <a:rPr sz="2550" b="1">
                <a:solidFill>
                  <a:srgbClr val="46BFC9"/>
                </a:solidFill>
              </a:rPr>
              <a:t>294 + 8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287F8-DAAE-4EED-AC4B-61ED6848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05025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2A3A9"/>
                </a:solidFill>
              </a:defRPr>
            </a:defPPr>
            <a:lvl1pPr>
              <a:defRPr sz="1125" b="0">
                <a:solidFill>
                  <a:srgbClr val="92A3A9"/>
                </a:solidFill>
              </a:defRPr>
            </a:lvl1pPr>
            <a:lvl2pPr>
              <a:defRPr sz="1125" b="0">
                <a:solidFill>
                  <a:srgbClr val="92A3A9"/>
                </a:solidFill>
              </a:defRPr>
            </a:lvl2pPr>
            <a:lvl3pPr>
              <a:defRPr sz="1125" b="0">
                <a:solidFill>
                  <a:srgbClr val="92A3A9"/>
                </a:solidFill>
              </a:defRPr>
            </a:lvl3pPr>
            <a:lvl4pPr>
              <a:defRPr sz="1125" b="0">
                <a:solidFill>
                  <a:srgbClr val="92A3A9"/>
                </a:solidFill>
              </a:defRPr>
            </a:lvl4pPr>
            <a:lvl5pPr>
              <a:defRPr sz="1125" b="0">
                <a:solidFill>
                  <a:srgbClr val="92A3A9"/>
                </a:solidFill>
              </a:defRPr>
            </a:lvl5pPr>
            <a:lvl6pPr>
              <a:defRPr sz="1125" b="0">
                <a:solidFill>
                  <a:srgbClr val="92A3A9"/>
                </a:solidFill>
              </a:defRPr>
            </a:lvl6pPr>
            <a:lvl7pPr>
              <a:defRPr sz="1125" b="0">
                <a:solidFill>
                  <a:srgbClr val="92A3A9"/>
                </a:solidFill>
              </a:defRPr>
            </a:lvl7pPr>
            <a:lvl8pPr>
              <a:defRPr sz="1125" b="0">
                <a:solidFill>
                  <a:srgbClr val="92A3A9"/>
                </a:solidFill>
              </a:defRPr>
            </a:lvl8pPr>
            <a:lvl9pPr>
              <a:defRPr sz="1125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Python + frontend</a:t>
            </a:r>
          </a:p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tests passed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8169A-0EA6-4373-BE43-0D84C382C323}"/>
              </a:ext>
            </a:extLst>
          </p:cNvPr>
          <p:cNvGraphicFramePr/>
          <p:nvPr/>
        </p:nvGraphicFramePr>
        <p:xfrm>
          <a:off xmlns:a="http://schemas.openxmlformats.org/drawingml/2006/main" x="609600" y="2952750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438900"/>
                <a:gridCol w="2057400"/>
              </a:tblGrid>
              <a:tr h="54483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BFC9"/>
                          </a:solidFill>
                        </a:rPr>
                        <a:t>Verification</a:t>
                      </a:r>
                    </a:p>
                  </a:txBody>
                  <a:tcPr marL="133350" marR="133350" marT="95250" marB="95250">
                    <a:lnL w="9525">
                      <a:solidFill>
                        <a:srgbClr val="2A383D"/>
                      </a:solidFill>
                      <a:prstDash val="solid"/>
                    </a:lnL>
                    <a:lnR w="9525">
                      <a:solidFill>
                        <a:srgbClr val="2A383D"/>
                      </a:solidFill>
                      <a:prstDash val="solid"/>
                    </a:lnR>
                    <a:lnT w="9525">
                      <a:solidFill>
                        <a:srgbClr val="2A383D"/>
                      </a:solidFill>
                      <a:prstDash val="solid"/>
                    </a:lnT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BFC9"/>
                          </a:solidFill>
                        </a:rPr>
                        <a:t>What was compared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2A383D"/>
                      </a:solidFill>
                      <a:prstDash val="solid"/>
                    </a:lnR>
                    <a:lnT w="9525">
                      <a:solidFill>
                        <a:srgbClr val="2A383D"/>
                      </a:solidFill>
                      <a:prstDash val="solid"/>
                    </a:lnT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734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6BFC9"/>
                          </a:solidFill>
                        </a:rPr>
                        <a:t>Result</a:t>
                      </a:r>
                    </a:p>
                  </a:txBody>
                  <a:tcPr marL="133350" marR="133350" marT="95250" marB="95250">
                    <a:lnR w="9525">
                      <a:solidFill>
                        <a:srgbClr val="2A383D"/>
                      </a:solidFill>
                      <a:prstDash val="solid"/>
                    </a:lnR>
                    <a:lnT w="9525">
                      <a:solidFill>
                        <a:srgbClr val="2A383D"/>
                      </a:solidFill>
                      <a:prstDash val="solid"/>
                    </a:lnT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7343A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1E9EC"/>
                          </a:solidFill>
                        </a:rPr>
                        <a:t>Q1–Q44 regression</a:t>
                      </a:r>
                    </a:p>
                  </a:txBody>
                  <a:tcPr marL="133350" marR="133350" marT="85725" marB="85725">
                    <a:lnL w="9525">
                      <a:solidFill>
                        <a:srgbClr val="2A383D"/>
                      </a:solidFill>
                      <a:prstDash val="solid"/>
                    </a:lnL>
                    <a:lnR w="9525">
                      <a:solidFill>
                        <a:srgbClr val="2A383D"/>
                      </a:solidFill>
                      <a:prstDash val="solid"/>
                    </a:lnR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41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1E9EC"/>
                          </a:solidFill>
                        </a:rPr>
                        <a:t>tools + required evidence terms + answer text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2A383D"/>
                      </a:solidFill>
                      <a:prstDash val="solid"/>
                    </a:lnR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41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66BF8B"/>
                          </a:solidFill>
                        </a:rPr>
                        <a:t>PASS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2A383D"/>
                      </a:solidFill>
                      <a:prstDash val="solid"/>
                    </a:lnR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5281D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1E9EC"/>
                          </a:solidFill>
                        </a:rPr>
                        <a:t>Published 33</a:t>
                      </a:r>
                    </a:p>
                  </a:txBody>
                  <a:tcPr marL="133350" marR="133350" marT="85725" marB="85725">
                    <a:lnL w="9525">
                      <a:solidFill>
                        <a:srgbClr val="2A383D"/>
                      </a:solidFill>
                      <a:prstDash val="solid"/>
                    </a:lnL>
                    <a:lnR w="9525">
                      <a:solidFill>
                        <a:srgbClr val="2A383D"/>
                      </a:solidFill>
                      <a:prstDash val="solid"/>
                    </a:lnR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41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1E9EC"/>
                          </a:solidFill>
                        </a:rPr>
                        <a:t>portal scores/ranks vs nominate_lookup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2A383D"/>
                      </a:solidFill>
                      <a:prstDash val="solid"/>
                    </a:lnR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41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66BF8B"/>
                          </a:solidFill>
                        </a:rPr>
                        <a:t>PASS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2A383D"/>
                      </a:solidFill>
                      <a:prstDash val="solid"/>
                    </a:lnR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5281D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1E9EC"/>
                          </a:solidFill>
                        </a:rPr>
                        <a:t>MedGemma replay</a:t>
                      </a:r>
                    </a:p>
                  </a:txBody>
                  <a:tcPr marL="133350" marR="133350" marT="85725" marB="85725">
                    <a:lnL w="9525">
                      <a:solidFill>
                        <a:srgbClr val="2A383D"/>
                      </a:solidFill>
                      <a:prstDash val="solid"/>
                    </a:lnL>
                    <a:lnR w="9525">
                      <a:solidFill>
                        <a:srgbClr val="2A383D"/>
                      </a:solidFill>
                      <a:prstDash val="solid"/>
                    </a:lnR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41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1E9EC"/>
                          </a:solidFill>
                        </a:rPr>
                        <a:t>cache files unchanged; provider entry blocked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2A383D"/>
                      </a:solidFill>
                      <a:prstDash val="solid"/>
                    </a:lnR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41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66BF8B"/>
                          </a:solidFill>
                        </a:rPr>
                        <a:t>PASS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2A383D"/>
                      </a:solidFill>
                      <a:prstDash val="solid"/>
                    </a:lnR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5281D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1E9EC"/>
                          </a:solidFill>
                        </a:rPr>
                        <a:t>Portal build</a:t>
                      </a:r>
                    </a:p>
                  </a:txBody>
                  <a:tcPr marL="133350" marR="133350" marT="85725" marB="85725">
                    <a:lnL w="9525">
                      <a:solidFill>
                        <a:srgbClr val="2A383D"/>
                      </a:solidFill>
                      <a:prstDash val="solid"/>
                    </a:lnL>
                    <a:lnR w="9525">
                      <a:solidFill>
                        <a:srgbClr val="2A383D"/>
                      </a:solidFill>
                      <a:prstDash val="solid"/>
                    </a:lnR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41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E1E9EC"/>
                          </a:solidFill>
                        </a:rPr>
                        <a:t>Python tests, React tests, production build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2A383D"/>
                      </a:solidFill>
                      <a:prstDash val="solid"/>
                    </a:lnR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41C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66BF8B"/>
                          </a:solidFill>
                        </a:rPr>
                        <a:t>PASS</a:t>
                      </a:r>
                    </a:p>
                  </a:txBody>
                  <a:tcPr marL="133350" marR="133350" marT="85725" marB="85725">
                    <a:lnR w="9525">
                      <a:solidFill>
                        <a:srgbClr val="2A383D"/>
                      </a:solidFill>
                      <a:prstDash val="solid"/>
                    </a:lnR>
                    <a:lnB w="9525">
                      <a:solidFill>
                        <a:srgbClr val="2A383D"/>
                      </a:solidFill>
                      <a:prstDash val="solid"/>
                    </a:lnB>
                    <a:solidFill>
                      <a:srgbClr val="15281D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C2CD6-5DDD-436F-BD39-8E9B8307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2A84E"/>
                </a:solidFill>
              </a:defRPr>
            </a:defPPr>
            <a:lvl1pPr>
              <a:defRPr sz="1200" b="1">
                <a:solidFill>
                  <a:srgbClr val="E2A84E"/>
                </a:solidFill>
              </a:defRPr>
            </a:lvl1pPr>
            <a:lvl2pPr>
              <a:defRPr sz="1200" b="1">
                <a:solidFill>
                  <a:srgbClr val="E2A84E"/>
                </a:solidFill>
              </a:defRPr>
            </a:lvl2pPr>
            <a:lvl3pPr>
              <a:defRPr sz="1200" b="1">
                <a:solidFill>
                  <a:srgbClr val="E2A84E"/>
                </a:solidFill>
              </a:defRPr>
            </a:lvl3pPr>
            <a:lvl4pPr>
              <a:defRPr sz="1200" b="1">
                <a:solidFill>
                  <a:srgbClr val="E2A84E"/>
                </a:solidFill>
              </a:defRPr>
            </a:lvl4pPr>
            <a:lvl5pPr>
              <a:defRPr sz="1200" b="1">
                <a:solidFill>
                  <a:srgbClr val="E2A84E"/>
                </a:solidFill>
              </a:defRPr>
            </a:lvl5pPr>
            <a:lvl6pPr>
              <a:defRPr sz="1200" b="1">
                <a:solidFill>
                  <a:srgbClr val="E2A84E"/>
                </a:solidFill>
              </a:defRPr>
            </a:lvl6pPr>
            <a:lvl7pPr>
              <a:defRPr sz="1200" b="1">
                <a:solidFill>
                  <a:srgbClr val="E2A84E"/>
                </a:solidFill>
              </a:defRPr>
            </a:lvl7pPr>
            <a:lvl8pPr>
              <a:defRPr sz="1200" b="1">
                <a:solidFill>
                  <a:srgbClr val="E2A84E"/>
                </a:solidFill>
              </a:defRPr>
            </a:lvl8pPr>
            <a:lvl9pPr>
              <a:defRPr sz="1200" b="1">
                <a:solidFill>
                  <a:srgbClr val="E2A84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E2A84E"/>
                </a:solidFill>
              </a:defRPr>
            </a:pPr>
            <a:r>
              <a:rPr sz="1200" b="1">
                <a:solidFill>
                  <a:srgbClr val="E2A84E"/>
                </a:solidFill>
              </a:rPr>
              <a:t>Verified behavior, not biological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9720D-4761-4441-A03E-A17A832D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2A3A9"/>
                </a:solidFill>
              </a:defRPr>
            </a:defPPr>
            <a:lvl1pPr>
              <a:defRPr sz="1125" b="0">
                <a:solidFill>
                  <a:srgbClr val="92A3A9"/>
                </a:solidFill>
              </a:defRPr>
            </a:lvl1pPr>
            <a:lvl2pPr>
              <a:defRPr sz="1125" b="0">
                <a:solidFill>
                  <a:srgbClr val="92A3A9"/>
                </a:solidFill>
              </a:defRPr>
            </a:lvl2pPr>
            <a:lvl3pPr>
              <a:defRPr sz="1125" b="0">
                <a:solidFill>
                  <a:srgbClr val="92A3A9"/>
                </a:solidFill>
              </a:defRPr>
            </a:lvl3pPr>
            <a:lvl4pPr>
              <a:defRPr sz="1125" b="0">
                <a:solidFill>
                  <a:srgbClr val="92A3A9"/>
                </a:solidFill>
              </a:defRPr>
            </a:lvl4pPr>
            <a:lvl5pPr>
              <a:defRPr sz="1125" b="0">
                <a:solidFill>
                  <a:srgbClr val="92A3A9"/>
                </a:solidFill>
              </a:defRPr>
            </a:lvl5pPr>
            <a:lvl6pPr>
              <a:defRPr sz="1125" b="0">
                <a:solidFill>
                  <a:srgbClr val="92A3A9"/>
                </a:solidFill>
              </a:defRPr>
            </a:lvl6pPr>
            <a:lvl7pPr>
              <a:defRPr sz="1125" b="0">
                <a:solidFill>
                  <a:srgbClr val="92A3A9"/>
                </a:solidFill>
              </a:defRPr>
            </a:lvl7pPr>
            <a:lvl8pPr>
              <a:defRPr sz="1125" b="0">
                <a:solidFill>
                  <a:srgbClr val="92A3A9"/>
                </a:solidFill>
              </a:defRPr>
            </a:lvl8pPr>
            <a:lvl9pPr>
              <a:defRPr sz="1125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92A3A9"/>
                </a:solidFill>
              </a:defRPr>
            </a:pPr>
            <a:r>
              <a:rPr sz="1125" b="0">
                <a:solidFill>
                  <a:srgbClr val="92A3A9"/>
                </a:solidFill>
              </a:rPr>
              <a:t>These checks establish software consistency and evidence provenance.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B1219-6A02-44A6-968D-F7F1E5F2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92A3A9"/>
                </a:solidFill>
              </a:defRPr>
            </a:defPPr>
            <a:lvl1pPr>
              <a:defRPr sz="750" b="0">
                <a:solidFill>
                  <a:srgbClr val="92A3A9"/>
                </a:solidFill>
              </a:defRPr>
            </a:lvl1pPr>
            <a:lvl2pPr>
              <a:defRPr sz="750" b="0">
                <a:solidFill>
                  <a:srgbClr val="92A3A9"/>
                </a:solidFill>
              </a:defRPr>
            </a:lvl2pPr>
            <a:lvl3pPr>
              <a:defRPr sz="750" b="0">
                <a:solidFill>
                  <a:srgbClr val="92A3A9"/>
                </a:solidFill>
              </a:defRPr>
            </a:lvl3pPr>
            <a:lvl4pPr>
              <a:defRPr sz="750" b="0">
                <a:solidFill>
                  <a:srgbClr val="92A3A9"/>
                </a:solidFill>
              </a:defRPr>
            </a:lvl4pPr>
            <a:lvl5pPr>
              <a:defRPr sz="750" b="0">
                <a:solidFill>
                  <a:srgbClr val="92A3A9"/>
                </a:solidFill>
              </a:defRPr>
            </a:lvl5pPr>
            <a:lvl6pPr>
              <a:defRPr sz="750" b="0">
                <a:solidFill>
                  <a:srgbClr val="92A3A9"/>
                </a:solidFill>
              </a:defRPr>
            </a:lvl6pPr>
            <a:lvl7pPr>
              <a:defRPr sz="750" b="0">
                <a:solidFill>
                  <a:srgbClr val="92A3A9"/>
                </a:solidFill>
              </a:defRPr>
            </a:lvl7pPr>
            <a:lvl8pPr>
              <a:defRPr sz="750" b="0">
                <a:solidFill>
                  <a:srgbClr val="92A3A9"/>
                </a:solidFill>
              </a:defRPr>
            </a:lvl8pPr>
            <a:lvl9pPr>
              <a:defRPr sz="7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92A3A9"/>
                </a:solidFill>
              </a:defRPr>
            </a:pPr>
            <a:r>
              <a:rPr sz="750" b="0">
                <a:solidFill>
                  <a:srgbClr val="92A3A9"/>
                </a:solidFill>
              </a:rPr>
              <a:t>Source: fall_semester/turnin/week6_portal/WEEK6_PORTAL_REPORT.md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1D776E-3C6B-4873-AA65-3DF172C0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92A3A9"/>
                </a:solidFill>
              </a:defRPr>
            </a:defPPr>
            <a:lvl1pPr algn="r">
              <a:defRPr sz="750" b="1">
                <a:solidFill>
                  <a:srgbClr val="92A3A9"/>
                </a:solidFill>
              </a:defRPr>
            </a:lvl1pPr>
            <a:lvl2pPr algn="r">
              <a:defRPr sz="750" b="1">
                <a:solidFill>
                  <a:srgbClr val="92A3A9"/>
                </a:solidFill>
              </a:defRPr>
            </a:lvl2pPr>
            <a:lvl3pPr algn="r">
              <a:defRPr sz="750" b="1">
                <a:solidFill>
                  <a:srgbClr val="92A3A9"/>
                </a:solidFill>
              </a:defRPr>
            </a:lvl3pPr>
            <a:lvl4pPr algn="r">
              <a:defRPr sz="750" b="1">
                <a:solidFill>
                  <a:srgbClr val="92A3A9"/>
                </a:solidFill>
              </a:defRPr>
            </a:lvl4pPr>
            <a:lvl5pPr algn="r">
              <a:defRPr sz="750" b="1">
                <a:solidFill>
                  <a:srgbClr val="92A3A9"/>
                </a:solidFill>
              </a:defRPr>
            </a:lvl5pPr>
            <a:lvl6pPr algn="r">
              <a:defRPr sz="750" b="1">
                <a:solidFill>
                  <a:srgbClr val="92A3A9"/>
                </a:solidFill>
              </a:defRPr>
            </a:lvl6pPr>
            <a:lvl7pPr algn="r">
              <a:defRPr sz="750" b="1">
                <a:solidFill>
                  <a:srgbClr val="92A3A9"/>
                </a:solidFill>
              </a:defRPr>
            </a:lvl7pPr>
            <a:lvl8pPr algn="r">
              <a:defRPr sz="750" b="1">
                <a:solidFill>
                  <a:srgbClr val="92A3A9"/>
                </a:solidFill>
              </a:defRPr>
            </a:lvl8pPr>
            <a:lvl9pPr algn="r">
              <a:defRPr sz="750" b="1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92A3A9"/>
                </a:solidFill>
              </a:defRPr>
            </a:pPr>
            <a:r>
              <a:rPr sz="750" b="1">
                <a:solidFill>
                  <a:srgbClr val="92A3A9"/>
                </a:solidFill>
              </a:rPr>
              <a:t>BT-CAP · 18 OCT 2026</a:t>
            </a:r>
          </a:p>
        </p:txBody>
      </p:sp>
    </p:spTree>
    <p:extLst>
      <p:ext uri="{BB962C8B-B14F-4D97-AF65-F5344CB8AC3E}">
        <p14:creationId xmlns:p14="http://schemas.microsoft.com/office/powerpoint/2010/main" val="1988892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7CF207-D73A-4AE9-BF68-279439D9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46BFC9"/>
                </a:solidFill>
              </a:defRPr>
            </a:defPPr>
            <a:lvl1pPr>
              <a:defRPr sz="975" b="1">
                <a:solidFill>
                  <a:srgbClr val="46BFC9"/>
                </a:solidFill>
              </a:defRPr>
            </a:lvl1pPr>
            <a:lvl2pPr>
              <a:defRPr sz="975" b="1">
                <a:solidFill>
                  <a:srgbClr val="46BFC9"/>
                </a:solidFill>
              </a:defRPr>
            </a:lvl2pPr>
            <a:lvl3pPr>
              <a:defRPr sz="975" b="1">
                <a:solidFill>
                  <a:srgbClr val="46BFC9"/>
                </a:solidFill>
              </a:defRPr>
            </a:lvl3pPr>
            <a:lvl4pPr>
              <a:defRPr sz="975" b="1">
                <a:solidFill>
                  <a:srgbClr val="46BFC9"/>
                </a:solidFill>
              </a:defRPr>
            </a:lvl4pPr>
            <a:lvl5pPr>
              <a:defRPr sz="975" b="1">
                <a:solidFill>
                  <a:srgbClr val="46BFC9"/>
                </a:solidFill>
              </a:defRPr>
            </a:lvl5pPr>
            <a:lvl6pPr>
              <a:defRPr sz="975" b="1">
                <a:solidFill>
                  <a:srgbClr val="46BFC9"/>
                </a:solidFill>
              </a:defRPr>
            </a:lvl6pPr>
            <a:lvl7pPr>
              <a:defRPr sz="975" b="1">
                <a:solidFill>
                  <a:srgbClr val="46BFC9"/>
                </a:solidFill>
              </a:defRPr>
            </a:lvl7pPr>
            <a:lvl8pPr>
              <a:defRPr sz="975" b="1">
                <a:solidFill>
                  <a:srgbClr val="46BFC9"/>
                </a:solidFill>
              </a:defRPr>
            </a:lvl8pPr>
            <a:lvl9pPr>
              <a:defRPr sz="975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46BFC9"/>
                </a:solidFill>
              </a:defRPr>
            </a:pPr>
            <a:r>
              <a:rPr sz="975" b="1">
                <a:solidFill>
                  <a:srgbClr val="46BFC9"/>
                </a:solidFill>
              </a:rPr>
              <a:t>CONCLUSIONS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E3A5C-7660-4C50-9B2D-7C2FDEC5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E1E9EC"/>
                </a:solidFill>
              </a:defRPr>
            </a:defPPr>
            <a:lvl1pPr>
              <a:defRPr sz="2550" b="1">
                <a:solidFill>
                  <a:srgbClr val="E1E9EC"/>
                </a:solidFill>
              </a:defRPr>
            </a:lvl1pPr>
            <a:lvl2pPr>
              <a:defRPr sz="2550" b="1">
                <a:solidFill>
                  <a:srgbClr val="E1E9EC"/>
                </a:solidFill>
              </a:defRPr>
            </a:lvl2pPr>
            <a:lvl3pPr>
              <a:defRPr sz="2550" b="1">
                <a:solidFill>
                  <a:srgbClr val="E1E9EC"/>
                </a:solidFill>
              </a:defRPr>
            </a:lvl3pPr>
            <a:lvl4pPr>
              <a:defRPr sz="2550" b="1">
                <a:solidFill>
                  <a:srgbClr val="E1E9EC"/>
                </a:solidFill>
              </a:defRPr>
            </a:lvl4pPr>
            <a:lvl5pPr>
              <a:defRPr sz="2550" b="1">
                <a:solidFill>
                  <a:srgbClr val="E1E9EC"/>
                </a:solidFill>
              </a:defRPr>
            </a:lvl5pPr>
            <a:lvl6pPr>
              <a:defRPr sz="2550" b="1">
                <a:solidFill>
                  <a:srgbClr val="E1E9EC"/>
                </a:solidFill>
              </a:defRPr>
            </a:lvl6pPr>
            <a:lvl7pPr>
              <a:defRPr sz="2550" b="1">
                <a:solidFill>
                  <a:srgbClr val="E1E9EC"/>
                </a:solidFill>
              </a:defRPr>
            </a:lvl7pPr>
            <a:lvl8pPr>
              <a:defRPr sz="2550" b="1">
                <a:solidFill>
                  <a:srgbClr val="E1E9EC"/>
                </a:solidFill>
              </a:defRPr>
            </a:lvl8pPr>
            <a:lvl9pPr>
              <a:defRPr sz="255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1E9EC"/>
                </a:solidFill>
              </a:defRPr>
            </a:pPr>
            <a:r>
              <a:rPr sz="2550" b="1">
                <a:solidFill>
                  <a:srgbClr val="E1E9EC"/>
                </a:solidFill>
              </a:rPr>
              <a:t>We can now move from evidence to reviewable nominees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6D3F7-BD24-41C1-BF5A-7D1C6ACC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38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486059-2DF4-4331-ABD6-B64523D9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2425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00" b="1">
                <a:solidFill>
                  <a:srgbClr val="92A3A9"/>
                </a:solidFill>
              </a:defRPr>
            </a:defPPr>
            <a:lvl1pPr algn="r">
              <a:defRPr sz="900" b="1">
                <a:solidFill>
                  <a:srgbClr val="92A3A9"/>
                </a:solidFill>
              </a:defRPr>
            </a:lvl1pPr>
            <a:lvl2pPr algn="r">
              <a:defRPr sz="900" b="1">
                <a:solidFill>
                  <a:srgbClr val="92A3A9"/>
                </a:solidFill>
              </a:defRPr>
            </a:lvl2pPr>
            <a:lvl3pPr algn="r">
              <a:defRPr sz="900" b="1">
                <a:solidFill>
                  <a:srgbClr val="92A3A9"/>
                </a:solidFill>
              </a:defRPr>
            </a:lvl3pPr>
            <a:lvl4pPr algn="r">
              <a:defRPr sz="900" b="1">
                <a:solidFill>
                  <a:srgbClr val="92A3A9"/>
                </a:solidFill>
              </a:defRPr>
            </a:lvl4pPr>
            <a:lvl5pPr algn="r">
              <a:defRPr sz="900" b="1">
                <a:solidFill>
                  <a:srgbClr val="92A3A9"/>
                </a:solidFill>
              </a:defRPr>
            </a:lvl5pPr>
            <a:lvl6pPr algn="r">
              <a:defRPr sz="900" b="1">
                <a:solidFill>
                  <a:srgbClr val="92A3A9"/>
                </a:solidFill>
              </a:defRPr>
            </a:lvl6pPr>
            <a:lvl7pPr algn="r">
              <a:defRPr sz="900" b="1">
                <a:solidFill>
                  <a:srgbClr val="92A3A9"/>
                </a:solidFill>
              </a:defRPr>
            </a:lvl7pPr>
            <a:lvl8pPr algn="r">
              <a:defRPr sz="900" b="1">
                <a:solidFill>
                  <a:srgbClr val="92A3A9"/>
                </a:solidFill>
              </a:defRPr>
            </a:lvl8pPr>
            <a:lvl9pPr algn="r">
              <a:defRPr sz="900" b="1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92A3A9"/>
                </a:solidFill>
              </a:defRPr>
            </a:pPr>
            <a:r>
              <a:rPr sz="900" b="1">
                <a:solidFill>
                  <a:srgbClr val="92A3A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42CD3-B5C3-4D24-80EC-63C3C39F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5105400" cy="42672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141C20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E4B0C-66F0-4724-AFA5-1174A432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E1E9EC"/>
                </a:solidFill>
              </a:defRPr>
            </a:defPPr>
            <a:lvl1pPr>
              <a:defRPr sz="1800" b="1">
                <a:solidFill>
                  <a:srgbClr val="E1E9EC"/>
                </a:solidFill>
              </a:defRPr>
            </a:lvl1pPr>
            <a:lvl2pPr>
              <a:defRPr sz="1800" b="1">
                <a:solidFill>
                  <a:srgbClr val="E1E9EC"/>
                </a:solidFill>
              </a:defRPr>
            </a:lvl2pPr>
            <a:lvl3pPr>
              <a:defRPr sz="1800" b="1">
                <a:solidFill>
                  <a:srgbClr val="E1E9EC"/>
                </a:solidFill>
              </a:defRPr>
            </a:lvl3pPr>
            <a:lvl4pPr>
              <a:defRPr sz="1800" b="1">
                <a:solidFill>
                  <a:srgbClr val="E1E9EC"/>
                </a:solidFill>
              </a:defRPr>
            </a:lvl4pPr>
            <a:lvl5pPr>
              <a:defRPr sz="1800" b="1">
                <a:solidFill>
                  <a:srgbClr val="E1E9EC"/>
                </a:solidFill>
              </a:defRPr>
            </a:lvl5pPr>
            <a:lvl6pPr>
              <a:defRPr sz="1800" b="1">
                <a:solidFill>
                  <a:srgbClr val="E1E9EC"/>
                </a:solidFill>
              </a:defRPr>
            </a:lvl6pPr>
            <a:lvl7pPr>
              <a:defRPr sz="1800" b="1">
                <a:solidFill>
                  <a:srgbClr val="E1E9EC"/>
                </a:solidFill>
              </a:defRPr>
            </a:lvl7pPr>
            <a:lvl8pPr>
              <a:defRPr sz="1800" b="1">
                <a:solidFill>
                  <a:srgbClr val="E1E9EC"/>
                </a:solidFill>
              </a:defRPr>
            </a:lvl8pPr>
            <a:lvl9pPr>
              <a:defRPr sz="1800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1E9EC"/>
                </a:solidFill>
              </a:defRPr>
            </a:pPr>
            <a:r>
              <a:rPr sz="1800" b="1">
                <a:solidFill>
                  <a:srgbClr val="E1E9EC"/>
                </a:solidFill>
              </a:rPr>
              <a:t>What is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281AB-3032-46C5-9E31-6FFB3C01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B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E49D4-BE89-439A-9FE7-E2BDBDC7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1E9EC"/>
                </a:solidFill>
              </a:defRPr>
            </a:defPPr>
            <a:lvl1pPr>
              <a:defRPr sz="1425" b="0">
                <a:solidFill>
                  <a:srgbClr val="E1E9EC"/>
                </a:solidFill>
              </a:defRPr>
            </a:lvl1pPr>
            <a:lvl2pPr>
              <a:defRPr sz="1425" b="0">
                <a:solidFill>
                  <a:srgbClr val="E1E9EC"/>
                </a:solidFill>
              </a:defRPr>
            </a:lvl2pPr>
            <a:lvl3pPr>
              <a:defRPr sz="1425" b="0">
                <a:solidFill>
                  <a:srgbClr val="E1E9EC"/>
                </a:solidFill>
              </a:defRPr>
            </a:lvl3pPr>
            <a:lvl4pPr>
              <a:defRPr sz="1425" b="0">
                <a:solidFill>
                  <a:srgbClr val="E1E9EC"/>
                </a:solidFill>
              </a:defRPr>
            </a:lvl4pPr>
            <a:lvl5pPr>
              <a:defRPr sz="1425" b="0">
                <a:solidFill>
                  <a:srgbClr val="E1E9EC"/>
                </a:solidFill>
              </a:defRPr>
            </a:lvl5pPr>
            <a:lvl6pPr>
              <a:defRPr sz="1425" b="0">
                <a:solidFill>
                  <a:srgbClr val="E1E9EC"/>
                </a:solidFill>
              </a:defRPr>
            </a:lvl6pPr>
            <a:lvl7pPr>
              <a:defRPr sz="1425" b="0">
                <a:solidFill>
                  <a:srgbClr val="E1E9EC"/>
                </a:solidFill>
              </a:defRPr>
            </a:lvl7pPr>
            <a:lvl8pPr>
              <a:defRPr sz="1425" b="0">
                <a:solidFill>
                  <a:srgbClr val="E1E9EC"/>
                </a:solidFill>
              </a:defRPr>
            </a:lvl8pPr>
            <a:lvl9pPr>
              <a:defRPr sz="1425" b="0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1E9EC"/>
                </a:solidFill>
              </a:defRPr>
            </a:pPr>
            <a:r>
              <a:rPr sz="1425" b="0">
                <a:solidFill>
                  <a:srgbClr val="E1E9EC"/>
                </a:solidFill>
              </a:rPr>
              <a:t>Grounded question answering across CellChat, DEG, annotation, and counts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9E615-B9ED-430A-BC83-2DD5CD45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B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B8F73-522D-4A27-A6BD-57C804F2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051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1E9EC"/>
                </a:solidFill>
              </a:defRPr>
            </a:defPPr>
            <a:lvl1pPr>
              <a:defRPr sz="1425" b="0">
                <a:solidFill>
                  <a:srgbClr val="E1E9EC"/>
                </a:solidFill>
              </a:defRPr>
            </a:lvl1pPr>
            <a:lvl2pPr>
              <a:defRPr sz="1425" b="0">
                <a:solidFill>
                  <a:srgbClr val="E1E9EC"/>
                </a:solidFill>
              </a:defRPr>
            </a:lvl2pPr>
            <a:lvl3pPr>
              <a:defRPr sz="1425" b="0">
                <a:solidFill>
                  <a:srgbClr val="E1E9EC"/>
                </a:solidFill>
              </a:defRPr>
            </a:lvl3pPr>
            <a:lvl4pPr>
              <a:defRPr sz="1425" b="0">
                <a:solidFill>
                  <a:srgbClr val="E1E9EC"/>
                </a:solidFill>
              </a:defRPr>
            </a:lvl4pPr>
            <a:lvl5pPr>
              <a:defRPr sz="1425" b="0">
                <a:solidFill>
                  <a:srgbClr val="E1E9EC"/>
                </a:solidFill>
              </a:defRPr>
            </a:lvl5pPr>
            <a:lvl6pPr>
              <a:defRPr sz="1425" b="0">
                <a:solidFill>
                  <a:srgbClr val="E1E9EC"/>
                </a:solidFill>
              </a:defRPr>
            </a:lvl6pPr>
            <a:lvl7pPr>
              <a:defRPr sz="1425" b="0">
                <a:solidFill>
                  <a:srgbClr val="E1E9EC"/>
                </a:solidFill>
              </a:defRPr>
            </a:lvl7pPr>
            <a:lvl8pPr>
              <a:defRPr sz="1425" b="0">
                <a:solidFill>
                  <a:srgbClr val="E1E9EC"/>
                </a:solidFill>
              </a:defRPr>
            </a:lvl8pPr>
            <a:lvl9pPr>
              <a:defRPr sz="1425" b="0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1E9EC"/>
                </a:solidFill>
              </a:defRPr>
            </a:pPr>
            <a:r>
              <a:rPr sz="1425" b="0">
                <a:solidFill>
                  <a:srgbClr val="E1E9EC"/>
                </a:solidFill>
              </a:rPr>
              <a:t>Held-out tumor-synaptic and immune-synapse gene ranking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2AE63C-A0E4-463A-B07E-5378A33D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B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78EA1-4708-444A-9F14-0BAD8493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1E9EC"/>
                </a:solidFill>
              </a:defRPr>
            </a:defPPr>
            <a:lvl1pPr>
              <a:defRPr sz="1425" b="0">
                <a:solidFill>
                  <a:srgbClr val="E1E9EC"/>
                </a:solidFill>
              </a:defRPr>
            </a:lvl1pPr>
            <a:lvl2pPr>
              <a:defRPr sz="1425" b="0">
                <a:solidFill>
                  <a:srgbClr val="E1E9EC"/>
                </a:solidFill>
              </a:defRPr>
            </a:lvl2pPr>
            <a:lvl3pPr>
              <a:defRPr sz="1425" b="0">
                <a:solidFill>
                  <a:srgbClr val="E1E9EC"/>
                </a:solidFill>
              </a:defRPr>
            </a:lvl3pPr>
            <a:lvl4pPr>
              <a:defRPr sz="1425" b="0">
                <a:solidFill>
                  <a:srgbClr val="E1E9EC"/>
                </a:solidFill>
              </a:defRPr>
            </a:lvl4pPr>
            <a:lvl5pPr>
              <a:defRPr sz="1425" b="0">
                <a:solidFill>
                  <a:srgbClr val="E1E9EC"/>
                </a:solidFill>
              </a:defRPr>
            </a:lvl5pPr>
            <a:lvl6pPr>
              <a:defRPr sz="1425" b="0">
                <a:solidFill>
                  <a:srgbClr val="E1E9EC"/>
                </a:solidFill>
              </a:defRPr>
            </a:lvl6pPr>
            <a:lvl7pPr>
              <a:defRPr sz="1425" b="0">
                <a:solidFill>
                  <a:srgbClr val="E1E9EC"/>
                </a:solidFill>
              </a:defRPr>
            </a:lvl7pPr>
            <a:lvl8pPr>
              <a:defRPr sz="1425" b="0">
                <a:solidFill>
                  <a:srgbClr val="E1E9EC"/>
                </a:solidFill>
              </a:defRPr>
            </a:lvl8pPr>
            <a:lvl9pPr>
              <a:defRPr sz="1425" b="0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1E9EC"/>
                </a:solidFill>
              </a:defRPr>
            </a:pPr>
            <a:r>
              <a:rPr sz="1425" b="0">
                <a:solidFill>
                  <a:srgbClr val="E1E9EC"/>
                </a:solidFill>
              </a:rPr>
              <a:t>nominate_lookup connects ranker scores back to tool traces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79FD1-B91B-4038-A5E6-E433ECBF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BF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7BC84-5AE9-4BBF-A6D2-1B757017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1E9EC"/>
                </a:solidFill>
              </a:defRPr>
            </a:defPPr>
            <a:lvl1pPr>
              <a:defRPr sz="1425" b="0">
                <a:solidFill>
                  <a:srgbClr val="E1E9EC"/>
                </a:solidFill>
              </a:defRPr>
            </a:lvl1pPr>
            <a:lvl2pPr>
              <a:defRPr sz="1425" b="0">
                <a:solidFill>
                  <a:srgbClr val="E1E9EC"/>
                </a:solidFill>
              </a:defRPr>
            </a:lvl2pPr>
            <a:lvl3pPr>
              <a:defRPr sz="1425" b="0">
                <a:solidFill>
                  <a:srgbClr val="E1E9EC"/>
                </a:solidFill>
              </a:defRPr>
            </a:lvl3pPr>
            <a:lvl4pPr>
              <a:defRPr sz="1425" b="0">
                <a:solidFill>
                  <a:srgbClr val="E1E9EC"/>
                </a:solidFill>
              </a:defRPr>
            </a:lvl4pPr>
            <a:lvl5pPr>
              <a:defRPr sz="1425" b="0">
                <a:solidFill>
                  <a:srgbClr val="E1E9EC"/>
                </a:solidFill>
              </a:defRPr>
            </a:lvl5pPr>
            <a:lvl6pPr>
              <a:defRPr sz="1425" b="0">
                <a:solidFill>
                  <a:srgbClr val="E1E9EC"/>
                </a:solidFill>
              </a:defRPr>
            </a:lvl6pPr>
            <a:lvl7pPr>
              <a:defRPr sz="1425" b="0">
                <a:solidFill>
                  <a:srgbClr val="E1E9EC"/>
                </a:solidFill>
              </a:defRPr>
            </a:lvl7pPr>
            <a:lvl8pPr>
              <a:defRPr sz="1425" b="0">
                <a:solidFill>
                  <a:srgbClr val="E1E9EC"/>
                </a:solidFill>
              </a:defRPr>
            </a:lvl8pPr>
            <a:lvl9pPr>
              <a:defRPr sz="1425" b="0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1E9EC"/>
                </a:solidFill>
              </a:defRPr>
            </a:pPr>
            <a:r>
              <a:rPr sz="1425" b="0">
                <a:solidFill>
                  <a:srgbClr val="E1E9EC"/>
                </a:solidFill>
              </a:rPr>
              <a:t>Portal integration, caching, regression tests, and exportable tables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AEBEA-FF7A-425D-A870-D1350F8F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6732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6BFC9"/>
                </a:solidFill>
              </a:defRPr>
            </a:defPPr>
            <a:lvl1pPr>
              <a:defRPr sz="1200" b="1">
                <a:solidFill>
                  <a:srgbClr val="46BFC9"/>
                </a:solidFill>
              </a:defRPr>
            </a:lvl1pPr>
            <a:lvl2pPr>
              <a:defRPr sz="1200" b="1">
                <a:solidFill>
                  <a:srgbClr val="46BFC9"/>
                </a:solidFill>
              </a:defRPr>
            </a:lvl2pPr>
            <a:lvl3pPr>
              <a:defRPr sz="1200" b="1">
                <a:solidFill>
                  <a:srgbClr val="46BFC9"/>
                </a:solidFill>
              </a:defRPr>
            </a:lvl3pPr>
            <a:lvl4pPr>
              <a:defRPr sz="1200" b="1">
                <a:solidFill>
                  <a:srgbClr val="46BFC9"/>
                </a:solidFill>
              </a:defRPr>
            </a:lvl4pPr>
            <a:lvl5pPr>
              <a:defRPr sz="1200" b="1">
                <a:solidFill>
                  <a:srgbClr val="46BFC9"/>
                </a:solidFill>
              </a:defRPr>
            </a:lvl5pPr>
            <a:lvl6pPr>
              <a:defRPr sz="1200" b="1">
                <a:solidFill>
                  <a:srgbClr val="46BFC9"/>
                </a:solidFill>
              </a:defRPr>
            </a:lvl6pPr>
            <a:lvl7pPr>
              <a:defRPr sz="1200" b="1">
                <a:solidFill>
                  <a:srgbClr val="46BFC9"/>
                </a:solidFill>
              </a:defRPr>
            </a:lvl7pPr>
            <a:lvl8pPr>
              <a:defRPr sz="1200" b="1">
                <a:solidFill>
                  <a:srgbClr val="46BFC9"/>
                </a:solidFill>
              </a:defRPr>
            </a:lvl8pPr>
            <a:lvl9pPr>
              <a:defRPr sz="1200" b="1">
                <a:solidFill>
                  <a:srgbClr val="46BFC9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6BFC9"/>
                </a:solidFill>
              </a:defRPr>
            </a:pPr>
            <a:r>
              <a:rPr sz="1200" b="1">
                <a:solidFill>
                  <a:srgbClr val="46BFC9"/>
                </a:solidFill>
              </a:rPr>
              <a:t>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2ECFD7-6A27-4EF5-922D-9C3F66EA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01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E1E9EC"/>
                </a:solidFill>
              </a:defRPr>
            </a:defPPr>
            <a:lvl1pPr>
              <a:defRPr sz="1275" b="1">
                <a:solidFill>
                  <a:srgbClr val="E1E9EC"/>
                </a:solidFill>
              </a:defRPr>
            </a:lvl1pPr>
            <a:lvl2pPr>
              <a:defRPr sz="1275" b="1">
                <a:solidFill>
                  <a:srgbClr val="E1E9EC"/>
                </a:solidFill>
              </a:defRPr>
            </a:lvl2pPr>
            <a:lvl3pPr>
              <a:defRPr sz="1275" b="1">
                <a:solidFill>
                  <a:srgbClr val="E1E9EC"/>
                </a:solidFill>
              </a:defRPr>
            </a:lvl3pPr>
            <a:lvl4pPr>
              <a:defRPr sz="1275" b="1">
                <a:solidFill>
                  <a:srgbClr val="E1E9EC"/>
                </a:solidFill>
              </a:defRPr>
            </a:lvl4pPr>
            <a:lvl5pPr>
              <a:defRPr sz="1275" b="1">
                <a:solidFill>
                  <a:srgbClr val="E1E9EC"/>
                </a:solidFill>
              </a:defRPr>
            </a:lvl5pPr>
            <a:lvl6pPr>
              <a:defRPr sz="1275" b="1">
                <a:solidFill>
                  <a:srgbClr val="E1E9EC"/>
                </a:solidFill>
              </a:defRPr>
            </a:lvl6pPr>
            <a:lvl7pPr>
              <a:defRPr sz="1275" b="1">
                <a:solidFill>
                  <a:srgbClr val="E1E9EC"/>
                </a:solidFill>
              </a:defRPr>
            </a:lvl7pPr>
            <a:lvl8pPr>
              <a:defRPr sz="1275" b="1">
                <a:solidFill>
                  <a:srgbClr val="E1E9EC"/>
                </a:solidFill>
              </a:defRPr>
            </a:lvl8pPr>
            <a:lvl9pPr>
              <a:defRPr sz="1275" b="1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1E9EC"/>
                </a:solidFill>
              </a:defRPr>
            </a:pPr>
            <a:r>
              <a:rPr sz="1275" b="1">
                <a:solidFill>
                  <a:srgbClr val="E1E9EC"/>
                </a:solidFill>
              </a:rPr>
              <a:t>Review top novel nominees with the team, then prioritize experimental validation.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2FB36-7532-4821-BF26-DCD4D7FC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76375"/>
            <a:ext cx="5543550" cy="3181350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182329"/>
          </a:solidFill>
          <a:ln xmlns:a="http://schemas.openxmlformats.org/drawingml/2006/main" w="9525">
            <a:solidFill>
              <a:srgbClr val="2A383D"/>
            </a:solidFill>
            <a:prstDash val="solid"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D1938E-5F78-47BC-A56A-A6CB1C3C16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318e48889463b"/>
          <a:srcRect xmlns:a="http://schemas.openxmlformats.org/drawingml/2006/main" l="36000" t="6000" r="0" b="3000"/>
          <a:stretch xmlns:a="http://schemas.openxmlformats.org/drawingml/2006/main"/>
        </p:blipFill>
        <p:spPr>
          <a:xfrm xmlns:a="http://schemas.openxmlformats.org/drawingml/2006/main">
            <a:off x="6076950" y="1495425"/>
            <a:ext cx="55054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C0D62-9F7F-4B60-8335-32ABFA78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48225"/>
            <a:ext cx="55054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A2013"/>
          </a:solidFill>
          <a:ln xmlns:a="http://schemas.openxmlformats.org/drawingml/2006/main" w="9525">
            <a:solidFill>
              <a:srgbClr val="E2A8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DD2B6-AC5B-4553-8B2B-794730DE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29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E2A84E"/>
                </a:solidFill>
              </a:defRPr>
            </a:defPPr>
            <a:lvl1pPr>
              <a:defRPr sz="1350" b="1">
                <a:solidFill>
                  <a:srgbClr val="E2A84E"/>
                </a:solidFill>
              </a:defRPr>
            </a:lvl1pPr>
            <a:lvl2pPr>
              <a:defRPr sz="1350" b="1">
                <a:solidFill>
                  <a:srgbClr val="E2A84E"/>
                </a:solidFill>
              </a:defRPr>
            </a:lvl2pPr>
            <a:lvl3pPr>
              <a:defRPr sz="1350" b="1">
                <a:solidFill>
                  <a:srgbClr val="E2A84E"/>
                </a:solidFill>
              </a:defRPr>
            </a:lvl3pPr>
            <a:lvl4pPr>
              <a:defRPr sz="1350" b="1">
                <a:solidFill>
                  <a:srgbClr val="E2A84E"/>
                </a:solidFill>
              </a:defRPr>
            </a:lvl4pPr>
            <a:lvl5pPr>
              <a:defRPr sz="1350" b="1">
                <a:solidFill>
                  <a:srgbClr val="E2A84E"/>
                </a:solidFill>
              </a:defRPr>
            </a:lvl5pPr>
            <a:lvl6pPr>
              <a:defRPr sz="1350" b="1">
                <a:solidFill>
                  <a:srgbClr val="E2A84E"/>
                </a:solidFill>
              </a:defRPr>
            </a:lvl6pPr>
            <a:lvl7pPr>
              <a:defRPr sz="1350" b="1">
                <a:solidFill>
                  <a:srgbClr val="E2A84E"/>
                </a:solidFill>
              </a:defRPr>
            </a:lvl7pPr>
            <a:lvl8pPr>
              <a:defRPr sz="1350" b="1">
                <a:solidFill>
                  <a:srgbClr val="E2A84E"/>
                </a:solidFill>
              </a:defRPr>
            </a:lvl8pPr>
            <a:lvl9pPr>
              <a:defRPr sz="1350" b="1">
                <a:solidFill>
                  <a:srgbClr val="E2A84E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E2A84E"/>
                </a:solidFill>
              </a:defRPr>
            </a:pPr>
            <a:r>
              <a:rPr sz="1350" b="1">
                <a:solidFill>
                  <a:srgbClr val="E2A84E"/>
                </a:solidFill>
              </a:rPr>
              <a:t>Guardrail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C1403E-DF0D-4B7A-B8A3-DED5EED4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054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E1E9EC"/>
                </a:solidFill>
              </a:defRPr>
            </a:defPPr>
            <a:lvl1pPr>
              <a:defRPr sz="1200" b="0">
                <a:solidFill>
                  <a:srgbClr val="E1E9EC"/>
                </a:solidFill>
              </a:defRPr>
            </a:lvl1pPr>
            <a:lvl2pPr>
              <a:defRPr sz="1200" b="0">
                <a:solidFill>
                  <a:srgbClr val="E1E9EC"/>
                </a:solidFill>
              </a:defRPr>
            </a:lvl2pPr>
            <a:lvl3pPr>
              <a:defRPr sz="1200" b="0">
                <a:solidFill>
                  <a:srgbClr val="E1E9EC"/>
                </a:solidFill>
              </a:defRPr>
            </a:lvl3pPr>
            <a:lvl4pPr>
              <a:defRPr sz="1200" b="0">
                <a:solidFill>
                  <a:srgbClr val="E1E9EC"/>
                </a:solidFill>
              </a:defRPr>
            </a:lvl4pPr>
            <a:lvl5pPr>
              <a:defRPr sz="1200" b="0">
                <a:solidFill>
                  <a:srgbClr val="E1E9EC"/>
                </a:solidFill>
              </a:defRPr>
            </a:lvl5pPr>
            <a:lvl6pPr>
              <a:defRPr sz="1200" b="0">
                <a:solidFill>
                  <a:srgbClr val="E1E9EC"/>
                </a:solidFill>
              </a:defRPr>
            </a:lvl6pPr>
            <a:lvl7pPr>
              <a:defRPr sz="1200" b="0">
                <a:solidFill>
                  <a:srgbClr val="E1E9EC"/>
                </a:solidFill>
              </a:defRPr>
            </a:lvl7pPr>
            <a:lvl8pPr>
              <a:defRPr sz="1200" b="0">
                <a:solidFill>
                  <a:srgbClr val="E1E9EC"/>
                </a:solidFill>
              </a:defRPr>
            </a:lvl8pPr>
            <a:lvl9pPr>
              <a:defRPr sz="1200" b="0">
                <a:solidFill>
                  <a:srgbClr val="E1E9EC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E1E9EC"/>
                </a:solidFill>
              </a:defRPr>
            </a:pPr>
            <a:r>
              <a:rPr sz="1200" b="0">
                <a:solidFill>
                  <a:srgbClr val="E1E9EC"/>
                </a:solidFill>
              </a:rPr>
              <a:t>If the evidence is absent, the portal says “not in the tables” instead of inventing a result.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9B5872-B820-4775-BFD9-297C60E0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09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92A3A9"/>
                </a:solidFill>
              </a:defRPr>
            </a:defPPr>
            <a:lvl1pPr>
              <a:defRPr sz="750" b="0">
                <a:solidFill>
                  <a:srgbClr val="92A3A9"/>
                </a:solidFill>
              </a:defRPr>
            </a:lvl1pPr>
            <a:lvl2pPr>
              <a:defRPr sz="750" b="0">
                <a:solidFill>
                  <a:srgbClr val="92A3A9"/>
                </a:solidFill>
              </a:defRPr>
            </a:lvl2pPr>
            <a:lvl3pPr>
              <a:defRPr sz="750" b="0">
                <a:solidFill>
                  <a:srgbClr val="92A3A9"/>
                </a:solidFill>
              </a:defRPr>
            </a:lvl3pPr>
            <a:lvl4pPr>
              <a:defRPr sz="750" b="0">
                <a:solidFill>
                  <a:srgbClr val="92A3A9"/>
                </a:solidFill>
              </a:defRPr>
            </a:lvl4pPr>
            <a:lvl5pPr>
              <a:defRPr sz="750" b="0">
                <a:solidFill>
                  <a:srgbClr val="92A3A9"/>
                </a:solidFill>
              </a:defRPr>
            </a:lvl5pPr>
            <a:lvl6pPr>
              <a:defRPr sz="750" b="0">
                <a:solidFill>
                  <a:srgbClr val="92A3A9"/>
                </a:solidFill>
              </a:defRPr>
            </a:lvl6pPr>
            <a:lvl7pPr>
              <a:defRPr sz="750" b="0">
                <a:solidFill>
                  <a:srgbClr val="92A3A9"/>
                </a:solidFill>
              </a:defRPr>
            </a:lvl7pPr>
            <a:lvl8pPr>
              <a:defRPr sz="750" b="0">
                <a:solidFill>
                  <a:srgbClr val="92A3A9"/>
                </a:solidFill>
              </a:defRPr>
            </a:lvl8pPr>
            <a:lvl9pPr>
              <a:defRPr sz="750" b="0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92A3A9"/>
                </a:solidFill>
              </a:defRPr>
            </a:pPr>
            <a:r>
              <a:rPr sz="750" b="0">
                <a:solidFill>
                  <a:srgbClr val="92A3A9"/>
                </a:solidFill>
              </a:rPr>
              <a:t>Measured results through 18 Oct 2026 · experimental validation remains future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8C116E-0EB2-4B09-874B-DD8C3E33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750" b="1">
                <a:solidFill>
                  <a:srgbClr val="92A3A9"/>
                </a:solidFill>
              </a:defRPr>
            </a:defPPr>
            <a:lvl1pPr algn="r">
              <a:defRPr sz="750" b="1">
                <a:solidFill>
                  <a:srgbClr val="92A3A9"/>
                </a:solidFill>
              </a:defRPr>
            </a:lvl1pPr>
            <a:lvl2pPr algn="r">
              <a:defRPr sz="750" b="1">
                <a:solidFill>
                  <a:srgbClr val="92A3A9"/>
                </a:solidFill>
              </a:defRPr>
            </a:lvl2pPr>
            <a:lvl3pPr algn="r">
              <a:defRPr sz="750" b="1">
                <a:solidFill>
                  <a:srgbClr val="92A3A9"/>
                </a:solidFill>
              </a:defRPr>
            </a:lvl3pPr>
            <a:lvl4pPr algn="r">
              <a:defRPr sz="750" b="1">
                <a:solidFill>
                  <a:srgbClr val="92A3A9"/>
                </a:solidFill>
              </a:defRPr>
            </a:lvl4pPr>
            <a:lvl5pPr algn="r">
              <a:defRPr sz="750" b="1">
                <a:solidFill>
                  <a:srgbClr val="92A3A9"/>
                </a:solidFill>
              </a:defRPr>
            </a:lvl5pPr>
            <a:lvl6pPr algn="r">
              <a:defRPr sz="750" b="1">
                <a:solidFill>
                  <a:srgbClr val="92A3A9"/>
                </a:solidFill>
              </a:defRPr>
            </a:lvl6pPr>
            <a:lvl7pPr algn="r">
              <a:defRPr sz="750" b="1">
                <a:solidFill>
                  <a:srgbClr val="92A3A9"/>
                </a:solidFill>
              </a:defRPr>
            </a:lvl7pPr>
            <a:lvl8pPr algn="r">
              <a:defRPr sz="750" b="1">
                <a:solidFill>
                  <a:srgbClr val="92A3A9"/>
                </a:solidFill>
              </a:defRPr>
            </a:lvl8pPr>
            <a:lvl9pPr algn="r">
              <a:defRPr sz="750" b="1">
                <a:solidFill>
                  <a:srgbClr val="92A3A9"/>
                </a:solidFill>
              </a:defRPr>
            </a:lvl9pPr>
          </a:lstStyle>
          <a:p xmlns:a="http://schemas.openxmlformats.org/drawingml/2006/main">
            <a:pPr algn="r">
              <a:defRPr sz="750" b="1">
                <a:solidFill>
                  <a:srgbClr val="92A3A9"/>
                </a:solidFill>
              </a:defRPr>
            </a:pPr>
            <a:r>
              <a:rPr sz="750" b="1">
                <a:solidFill>
                  <a:srgbClr val="92A3A9"/>
                </a:solidFill>
              </a:rPr>
              <a:t>BT-CAP · 18 OCT 2026</a:t>
            </a:r>
          </a:p>
        </p:txBody>
      </p:sp>
    </p:spTree>
    <p:extLst>
      <p:ext uri="{BB962C8B-B14F-4D97-AF65-F5344CB8AC3E}">
        <p14:creationId xmlns:p14="http://schemas.microsoft.com/office/powerpoint/2010/main" val="344798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2026-10-19T00:35:05.3240000Z</dcterms:created>
  <dcterms:modified xsi:type="dcterms:W3CDTF">2026-10-19T00:35:05.3240000Z</dcterms:modified>
</coreProperties>
</file>